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24384000" cy="1625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051" y="16256000"/>
            <a:ext cx="5715000" cy="380571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02503" y="16270504"/>
            <a:ext cx="5715000" cy="38128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0"/>
            <a:ext cx="24384000" cy="16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0">
                <a:latin typeface="Beliau"/>
              </a:rPr>
              <a:t>A Unique Heritage </a:t>
            </a:r>
            <a:r>
              <a:rPr sz="6500">
                <a:latin typeface="Beliau"/>
              </a:rPr>
              <a:t>Sails In</a:t>
            </a:r>
            <a:r>
              <a:rPr sz="6500">
                <a:latin typeface="Beliau"/>
              </a:rPr>
              <a:t>t</a:t>
            </a:r>
            <a:r>
              <a:rPr sz="6500">
                <a:latin typeface="Beliau"/>
              </a:rPr>
              <a:t>o the Fu</a:t>
            </a:r>
            <a:r>
              <a:rPr sz="6500">
                <a:latin typeface="Beliau"/>
              </a:rPr>
              <a:t>t</a:t>
            </a:r>
            <a:r>
              <a:rPr sz="6500">
                <a:latin typeface="Beliau"/>
              </a:rPr>
              <a:t>ure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998" y="14986000"/>
            <a:ext cx="5715000" cy="7137802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10273" y="14986000"/>
            <a:ext cx="5715000" cy="134576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0"/>
            <a:ext cx="24384000" cy="16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>
                <a:latin typeface="Beliau"/>
              </a:rPr>
              <a:t>Rashid Y</a:t>
            </a:r>
            <a:r>
              <a:rPr sz="6000">
                <a:latin typeface="Beliau"/>
              </a:rPr>
              <a:t>achts </a:t>
            </a:r>
            <a:r>
              <a:rPr sz="6000">
                <a:latin typeface="Beliau"/>
              </a:rPr>
              <a:t>&amp; Marina</a:t>
            </a:r>
          </a:p>
          <a:p>
            <a:pPr algn="ctr"/>
            <a:r>
              <a:rPr sz="1800">
                <a:latin typeface="Gotham"/>
              </a:rPr>
              <a:t>A c</a:t>
            </a:r>
            <a:r>
              <a:rPr sz="1800">
                <a:latin typeface="Gotham"/>
              </a:rPr>
              <a:t>elebr</a:t>
            </a:r>
            <a:r>
              <a:rPr sz="1800">
                <a:latin typeface="Gotham"/>
              </a:rPr>
              <a:t>a</a:t>
            </a:r>
            <a:r>
              <a:rPr sz="1800">
                <a:latin typeface="Gotham"/>
              </a:rPr>
              <a:t>tion of lif</a:t>
            </a:r>
            <a:r>
              <a:rPr sz="1800">
                <a:latin typeface="Gotham"/>
              </a:rPr>
              <a:t>e</a:t>
            </a:r>
            <a:r>
              <a:rPr sz="1800">
                <a:latin typeface="Gotham"/>
              </a:rPr>
              <a:t>, fr</a:t>
            </a:r>
            <a:r>
              <a:rPr sz="1800">
                <a:latin typeface="Gotham"/>
              </a:rPr>
              <a:t>eedom, </a:t>
            </a:r>
            <a:r>
              <a:rPr sz="1800">
                <a:latin typeface="Gotham"/>
              </a:rPr>
              <a:t>indulgenc</a:t>
            </a:r>
            <a:r>
              <a:rPr sz="1800">
                <a:latin typeface="Gotham"/>
              </a:rPr>
              <a:t>e</a:t>
            </a:r>
            <a:r>
              <a:rPr sz="1800">
                <a:latin typeface="Gotham"/>
              </a:rPr>
              <a:t>, and beauty</a:t>
            </a:r>
            <a:r>
              <a:rPr sz="1800">
                <a:latin typeface="Gotham"/>
              </a:rPr>
              <a:t>, Rashid </a:t>
            </a:r>
            <a:r>
              <a:rPr sz="1800">
                <a:latin typeface="Gotham"/>
              </a:rPr>
              <a:t>Y</a:t>
            </a:r>
            <a:r>
              <a:rPr sz="1800">
                <a:latin typeface="Gotham"/>
              </a:rPr>
              <a:t>achts &amp; Marina in</a:t>
            </a:r>
            <a:r>
              <a:rPr sz="1800">
                <a:latin typeface="Gotham"/>
              </a:rPr>
              <a:t>vit</a:t>
            </a:r>
            <a:r>
              <a:rPr sz="1800">
                <a:latin typeface="Gotham"/>
              </a:rPr>
              <a:t>es y</a:t>
            </a:r>
            <a:r>
              <a:rPr sz="1800">
                <a:latin typeface="Gotham"/>
              </a:rPr>
              <a:t>ou t</a:t>
            </a:r>
            <a:r>
              <a:rPr sz="1800">
                <a:latin typeface="Gotham"/>
              </a:rPr>
              <a:t>o </a:t>
            </a:r>
            <a:r>
              <a:rPr sz="1800">
                <a:latin typeface="Gotham"/>
              </a:rPr>
              <a:t>embr</a:t>
            </a:r>
            <a:r>
              <a:rPr sz="1800">
                <a:latin typeface="Gotham"/>
              </a:rPr>
              <a:t>ac</a:t>
            </a:r>
            <a:r>
              <a:rPr sz="1800">
                <a:latin typeface="Gotham"/>
              </a:rPr>
              <a:t>e the es</a:t>
            </a:r>
            <a:r>
              <a:rPr sz="1800">
                <a:latin typeface="Gotham"/>
              </a:rPr>
              <a:t>senc</a:t>
            </a:r>
            <a:r>
              <a:rPr sz="1800">
                <a:latin typeface="Gotham"/>
              </a:rPr>
              <a:t>e of lux</a:t>
            </a:r>
            <a:r>
              <a:rPr sz="1800">
                <a:latin typeface="Gotham"/>
              </a:rPr>
              <a:t>urious </a:t>
            </a:r>
            <a:r>
              <a:rPr sz="1800">
                <a:latin typeface="Gotham"/>
              </a:rPr>
              <a:t>w</a:t>
            </a:r>
            <a:r>
              <a:rPr sz="1800">
                <a:latin typeface="Gotham"/>
              </a:rPr>
              <a:t>a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erfr</a:t>
            </a:r>
            <a:r>
              <a:rPr sz="1800">
                <a:latin typeface="Gotham"/>
              </a:rPr>
              <a:t>ont living and disc</a:t>
            </a:r>
            <a:r>
              <a:rPr sz="1800">
                <a:latin typeface="Gotham"/>
              </a:rPr>
              <a:t>o</a:t>
            </a:r>
            <a:r>
              <a:rPr sz="1800">
                <a:latin typeface="Gotham"/>
              </a:rPr>
              <a:t>v</a:t>
            </a:r>
            <a:r>
              <a:rPr sz="1800">
                <a:latin typeface="Gotham"/>
              </a:rPr>
              <a:t>er a </a:t>
            </a:r>
            <a:r>
              <a:rPr sz="1800">
                <a:latin typeface="Gotham"/>
              </a:rPr>
              <a:t>w</a:t>
            </a:r>
            <a:r>
              <a:rPr sz="1800">
                <a:latin typeface="Gotham"/>
              </a:rPr>
              <a:t>orld wher</a:t>
            </a:r>
            <a:r>
              <a:rPr sz="1800">
                <a:latin typeface="Gotham"/>
              </a:rPr>
              <a:t>e the marina bec</a:t>
            </a:r>
            <a:r>
              <a:rPr sz="1800">
                <a:latin typeface="Gotham"/>
              </a:rPr>
              <a:t>omes </a:t>
            </a:r>
            <a:r>
              <a:rPr sz="1800">
                <a:latin typeface="Gotham"/>
              </a:rPr>
              <a:t>y</a:t>
            </a:r>
            <a:r>
              <a:rPr sz="1800">
                <a:latin typeface="Gotham"/>
              </a:rPr>
              <a:t>our pla</a:t>
            </a:r>
            <a:r>
              <a:rPr sz="1800">
                <a:latin typeface="Gotham"/>
              </a:rPr>
              <a:t>y</a:t>
            </a:r>
            <a:r>
              <a:rPr sz="1800">
                <a:latin typeface="Gotham"/>
              </a:rPr>
              <a:t>gr</a:t>
            </a:r>
            <a:r>
              <a:rPr sz="1800">
                <a:latin typeface="Gotham"/>
              </a:rPr>
              <a:t>ound.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0" y="0"/>
          <a:ext cx="24384000" cy="12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/>
                <a:gridCol w="12192000"/>
              </a:tblGrid>
              <a:tr h="635000"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ound.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ound.</a:t>
                      </a:r>
                      <a:r>
                        <a:rPr sz="1500">
                          <a:latin typeface="Gotham"/>
                        </a:rPr>
                        <a:t>ound.</a:t>
                      </a:r>
                      <a:r>
                        <a:rPr sz="1500">
                          <a:latin typeface="Gotham"/>
                        </a:rPr>
                        <a:t>ound.</a:t>
                      </a:r>
                    </a:p>
                  </a:txBody>
                  <a:tcPr/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ound.</a:t>
                      </a:r>
                      <a:r>
                        <a:rPr sz="1500">
                          <a:latin typeface="Gotham"/>
                        </a:rPr>
                        <a:t>ound.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ound.</a:t>
                      </a:r>
                      <a:r>
                        <a:rPr sz="1500">
                          <a:latin typeface="Gotham"/>
                        </a:rPr>
                        <a:t>ound.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0" y="0"/>
          <a:ext cx="24384000" cy="12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/>
                <a:gridCol w="12192000"/>
              </a:tblGrid>
              <a:tr h="635000"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ound.</a:t>
                      </a:r>
                      <a:r>
                        <a:rPr sz="1500">
                          <a:latin typeface="Gotham"/>
                        </a:rPr>
                        <a:t>ound.</a:t>
                      </a:r>
                      <a:r>
                        <a:rPr sz="1500">
                          <a:latin typeface="Gotham"/>
                        </a:rPr>
                        <a:t>ound.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ound.</a:t>
                      </a:r>
                      <a:r>
                        <a:rPr sz="1500">
                          <a:latin typeface="Gotham"/>
                        </a:rPr>
                        <a:t>ound.</a:t>
                      </a:r>
                    </a:p>
                  </a:txBody>
                  <a:tcPr/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ound.</a:t>
                      </a:r>
                      <a:r>
                        <a:rPr sz="1500">
                          <a:latin typeface="Gotham"/>
                        </a:rPr>
                        <a:t>ound.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ound.</a:t>
                      </a:r>
                      <a:r>
                        <a:rPr sz="1500">
                          <a:latin typeface="Gotham"/>
                        </a:rPr>
                        <a:t>ound.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24384000" cy="16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10">
                <a:latin typeface="Poppins"/>
              </a:rPr>
              <a:t>P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L</a:t>
            </a:r>
            <a:r>
              <a:rPr sz="610">
                <a:latin typeface="Poppins"/>
              </a:rPr>
              <a:t>M </a:t>
            </a:r>
            <a:r>
              <a:rPr sz="610">
                <a:latin typeface="Poppins"/>
              </a:rPr>
              <a:t>ISL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N</a:t>
            </a:r>
            <a:r>
              <a:rPr sz="610">
                <a:latin typeface="Poppins"/>
              </a:rPr>
              <a:t>D</a:t>
            </a:r>
          </a:p>
          <a:p>
            <a:pPr algn="ctr"/>
            <a:r>
              <a:rPr sz="610">
                <a:latin typeface="Poppins"/>
              </a:rPr>
              <a:t>THE</a:t>
            </a:r>
            <a:r>
              <a:t> </a:t>
            </a:r>
            <a:r>
              <a:rPr sz="610">
                <a:latin typeface="Poppins"/>
              </a:rPr>
              <a:t>W</a:t>
            </a:r>
            <a:r>
              <a:rPr sz="610">
                <a:latin typeface="Poppins"/>
              </a:rPr>
              <a:t>O</a:t>
            </a:r>
            <a:r>
              <a:rPr sz="610">
                <a:latin typeface="Poppins"/>
              </a:rPr>
              <a:t>RLD</a:t>
            </a:r>
            <a:r>
              <a:t> </a:t>
            </a:r>
            <a:r>
              <a:rPr sz="610">
                <a:latin typeface="Poppins"/>
              </a:rPr>
              <a:t>ISLAN</a:t>
            </a:r>
            <a:r>
              <a:rPr sz="610">
                <a:latin typeface="Poppins"/>
              </a:rPr>
              <a:t>D</a:t>
            </a:r>
          </a:p>
          <a:p>
            <a:pPr algn="ctr"/>
            <a:r>
              <a:rPr sz="1210">
                <a:latin typeface="Poppins"/>
              </a:rPr>
              <a:t>DUBA</a:t>
            </a:r>
            <a:r>
              <a:rPr sz="1210">
                <a:latin typeface="Poppins"/>
              </a:rPr>
              <a:t>I</a:t>
            </a:r>
            <a:r>
              <a:t> </a:t>
            </a:r>
            <a:r>
              <a:rPr sz="1210">
                <a:latin typeface="Poppins"/>
              </a:rPr>
              <a:t>M</a:t>
            </a:r>
            <a:r>
              <a:rPr sz="1210">
                <a:latin typeface="Poppins"/>
              </a:rPr>
              <a:t>ARIN</a:t>
            </a:r>
            <a:r>
              <a:rPr sz="1210">
                <a:latin typeface="Poppins"/>
              </a:rPr>
              <a:t>A</a:t>
            </a:r>
            <a:r>
              <a:t> </a:t>
            </a:r>
            <a:r>
              <a:rPr sz="1210">
                <a:latin typeface="Poppins"/>
              </a:rPr>
              <a:t>E</a:t>
            </a:r>
            <a:r>
              <a:rPr sz="1210">
                <a:latin typeface="Poppins"/>
              </a:rPr>
              <a:t>M</a:t>
            </a:r>
            <a:r>
              <a:rPr sz="1210">
                <a:latin typeface="Poppins"/>
              </a:rPr>
              <a:t>A</a:t>
            </a:r>
            <a:r>
              <a:rPr sz="1210">
                <a:latin typeface="Poppins"/>
              </a:rPr>
              <a:t>A</a:t>
            </a:r>
            <a:r>
              <a:rPr sz="1210">
                <a:latin typeface="Poppins"/>
              </a:rPr>
              <a:t>R</a:t>
            </a:r>
            <a:r>
              <a:t> </a:t>
            </a:r>
            <a:r>
              <a:rPr sz="1210">
                <a:latin typeface="Poppins"/>
              </a:rPr>
              <a:t>BEACH</a:t>
            </a:r>
            <a:r>
              <a:rPr sz="1210">
                <a:latin typeface="Poppins"/>
              </a:rPr>
              <a:t>F</a:t>
            </a:r>
            <a:r>
              <a:rPr sz="1210">
                <a:latin typeface="Poppins"/>
              </a:rPr>
              <a:t>RON</a:t>
            </a:r>
            <a:r>
              <a:rPr sz="1210">
                <a:latin typeface="Poppins"/>
              </a:rPr>
              <a:t>T</a:t>
            </a:r>
          </a:p>
          <a:p>
            <a:pPr algn="ctr"/>
            <a:r>
              <a:rPr sz="610">
                <a:latin typeface="Poppins"/>
              </a:rPr>
              <a:t>JEBEL 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L</a:t>
            </a:r>
            <a:r>
              <a:rPr sz="610">
                <a:latin typeface="Poppins"/>
              </a:rPr>
              <a:t>I</a:t>
            </a:r>
            <a:r>
              <a:t> </a:t>
            </a:r>
            <a:r>
              <a:rPr sz="610">
                <a:latin typeface="Poppins"/>
              </a:rPr>
              <a:t>FREE ZON</a:t>
            </a:r>
            <a:r>
              <a:rPr sz="610">
                <a:latin typeface="Poppins"/>
              </a:rPr>
              <a:t>E</a:t>
            </a:r>
            <a:r>
              <a:t> </a:t>
            </a:r>
            <a:r>
              <a:rPr sz="600">
                <a:latin typeface="Poppins"/>
              </a:rPr>
              <a:t>S</a:t>
            </a:r>
            <a:r>
              <a:rPr sz="600">
                <a:latin typeface="Poppins"/>
              </a:rPr>
              <a:t>H</a:t>
            </a:r>
            <a:r>
              <a:rPr sz="600">
                <a:latin typeface="Poppins"/>
              </a:rPr>
              <a:t>E</a:t>
            </a:r>
            <a:r>
              <a:rPr sz="600">
                <a:latin typeface="Poppins"/>
              </a:rPr>
              <a:t>I</a:t>
            </a:r>
            <a:r>
              <a:rPr sz="600">
                <a:latin typeface="Poppins"/>
              </a:rPr>
              <a:t>K</a:t>
            </a:r>
            <a:r>
              <a:rPr sz="600">
                <a:latin typeface="Poppins"/>
              </a:rPr>
              <a:t>H</a:t>
            </a:r>
            <a:r>
              <a:t> </a:t>
            </a:r>
            <a:r>
              <a:rPr sz="600">
                <a:latin typeface="Poppins"/>
              </a:rPr>
              <a:t>Z</a:t>
            </a:r>
            <a:r>
              <a:rPr sz="600">
                <a:latin typeface="Poppins"/>
              </a:rPr>
              <a:t>A</a:t>
            </a:r>
            <a:r>
              <a:rPr sz="600">
                <a:latin typeface="Poppins"/>
              </a:rPr>
              <a:t>Y</a:t>
            </a:r>
            <a:r>
              <a:rPr sz="600">
                <a:latin typeface="Poppins"/>
              </a:rPr>
              <a:t>E</a:t>
            </a:r>
            <a:r>
              <a:rPr sz="600">
                <a:latin typeface="Poppins"/>
              </a:rPr>
              <a:t>D</a:t>
            </a:r>
            <a:r>
              <a:t> </a:t>
            </a:r>
            <a:r>
              <a:rPr sz="600">
                <a:latin typeface="Poppins"/>
              </a:rPr>
              <a:t>R</a:t>
            </a:r>
            <a:r>
              <a:rPr sz="600">
                <a:latin typeface="Poppins"/>
              </a:rPr>
              <a:t>O</a:t>
            </a:r>
            <a:r>
              <a:rPr sz="600">
                <a:latin typeface="Poppins"/>
              </a:rPr>
              <a:t>A</a:t>
            </a:r>
            <a:r>
              <a:rPr sz="600">
                <a:latin typeface="Poppins"/>
              </a:rPr>
              <a:t>D</a:t>
            </a:r>
            <a:r>
              <a:t> </a:t>
            </a:r>
            <a:r>
              <a:rPr sz="610">
                <a:latin typeface="Poppins"/>
              </a:rPr>
              <a:t>DUBA</a:t>
            </a:r>
            <a:r>
              <a:rPr sz="610">
                <a:latin typeface="Poppins"/>
              </a:rPr>
              <a:t>I</a:t>
            </a:r>
          </a:p>
          <a:p>
            <a:pPr algn="ctr"/>
            <a:r>
              <a:rPr sz="610">
                <a:latin typeface="Poppins"/>
              </a:rPr>
              <a:t>SH</a:t>
            </a:r>
            <a:r>
              <a:rPr sz="610">
                <a:latin typeface="Poppins"/>
              </a:rPr>
              <a:t>E</a:t>
            </a:r>
            <a:r>
              <a:rPr sz="610">
                <a:latin typeface="Poppins"/>
              </a:rPr>
              <a:t>I</a:t>
            </a:r>
            <a:r>
              <a:rPr sz="610">
                <a:latin typeface="Poppins"/>
              </a:rPr>
              <a:t>K</a:t>
            </a:r>
            <a:r>
              <a:rPr sz="610">
                <a:latin typeface="Poppins"/>
              </a:rPr>
              <a:t>H</a:t>
            </a:r>
            <a:r>
              <a:t> </a:t>
            </a:r>
            <a:r>
              <a:rPr sz="610">
                <a:latin typeface="Poppins"/>
              </a:rPr>
              <a:t>Z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YED</a:t>
            </a:r>
            <a:r>
              <a:t> </a:t>
            </a:r>
            <a:r>
              <a:rPr sz="610">
                <a:latin typeface="Poppins"/>
              </a:rPr>
              <a:t>RO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D</a:t>
            </a:r>
            <a:r>
              <a:t> </a:t>
            </a:r>
            <a:r>
              <a:rPr sz="610">
                <a:latin typeface="Poppins"/>
              </a:rPr>
              <a:t>F</a:t>
            </a:r>
            <a:r>
              <a:rPr sz="610">
                <a:latin typeface="Poppins"/>
              </a:rPr>
              <a:t>RA</a:t>
            </a:r>
            <a:r>
              <a:rPr sz="610">
                <a:latin typeface="Poppins"/>
              </a:rPr>
              <a:t>M</a:t>
            </a:r>
            <a:r>
              <a:rPr sz="610">
                <a:latin typeface="Poppins"/>
              </a:rPr>
              <a:t>E</a:t>
            </a:r>
          </a:p>
          <a:p>
            <a:pPr algn="ctr"/>
            <a:r>
              <a:rPr sz="610">
                <a:latin typeface="Poppins"/>
              </a:rPr>
              <a:t>BUR</a:t>
            </a:r>
            <a:r>
              <a:rPr sz="610">
                <a:latin typeface="Poppins"/>
              </a:rPr>
              <a:t>J</a:t>
            </a:r>
            <a:r>
              <a:t> </a:t>
            </a:r>
            <a:r>
              <a:rPr sz="610">
                <a:latin typeface="Poppins"/>
              </a:rPr>
              <a:t>K</a:t>
            </a:r>
            <a:r>
              <a:rPr sz="610">
                <a:latin typeface="Poppins"/>
              </a:rPr>
              <a:t>HALI</a:t>
            </a:r>
            <a:r>
              <a:rPr sz="610">
                <a:latin typeface="Poppins"/>
              </a:rPr>
              <a:t>F</a:t>
            </a:r>
            <a:r>
              <a:rPr sz="610">
                <a:latin typeface="Poppins"/>
              </a:rPr>
              <a:t>A</a:t>
            </a:r>
          </a:p>
          <a:p>
            <a:pPr algn="ctr"/>
            <a:r>
              <a:rPr sz="570">
                <a:latin typeface="Poppins"/>
              </a:rPr>
              <a:t>S</a:t>
            </a:r>
            <a:r>
              <a:rPr sz="570">
                <a:latin typeface="Poppins"/>
              </a:rPr>
              <a:t>H</a:t>
            </a:r>
            <a:r>
              <a:rPr sz="570">
                <a:latin typeface="Poppins"/>
              </a:rPr>
              <a:t>E</a:t>
            </a:r>
            <a:r>
              <a:rPr sz="570">
                <a:latin typeface="Poppins"/>
              </a:rPr>
              <a:t>I</a:t>
            </a:r>
            <a:r>
              <a:rPr sz="570">
                <a:latin typeface="Poppins"/>
              </a:rPr>
              <a:t>K</a:t>
            </a:r>
            <a:r>
              <a:rPr sz="570">
                <a:latin typeface="Poppins"/>
              </a:rPr>
              <a:t>H</a:t>
            </a:r>
            <a:r>
              <a:t> </a:t>
            </a:r>
            <a:r>
              <a:rPr sz="570">
                <a:latin typeface="Poppins"/>
              </a:rPr>
              <a:t>Z</a:t>
            </a:r>
            <a:r>
              <a:rPr sz="570">
                <a:latin typeface="Poppins"/>
              </a:rPr>
              <a:t>A</a:t>
            </a:r>
            <a:r>
              <a:rPr sz="570">
                <a:latin typeface="Poppins"/>
              </a:rPr>
              <a:t>Y</a:t>
            </a:r>
            <a:r>
              <a:rPr sz="570">
                <a:latin typeface="Poppins"/>
              </a:rPr>
              <a:t>E</a:t>
            </a:r>
            <a:r>
              <a:rPr sz="570">
                <a:latin typeface="Poppins"/>
              </a:rPr>
              <a:t>D</a:t>
            </a:r>
            <a:r>
              <a:t> </a:t>
            </a:r>
            <a:r>
              <a:rPr sz="570">
                <a:latin typeface="Poppins"/>
              </a:rPr>
              <a:t>R</a:t>
            </a:r>
            <a:r>
              <a:rPr sz="570">
                <a:latin typeface="Poppins"/>
              </a:rPr>
              <a:t>O</a:t>
            </a:r>
            <a:r>
              <a:rPr sz="570">
                <a:latin typeface="Poppins"/>
              </a:rPr>
              <a:t>A</a:t>
            </a:r>
            <a:r>
              <a:rPr sz="570">
                <a:latin typeface="Poppins"/>
              </a:rPr>
              <a:t>D</a:t>
            </a:r>
          </a:p>
          <a:p>
            <a:pPr algn="ctr"/>
            <a:r>
              <a:rPr sz="1210">
                <a:latin typeface="Poppins"/>
              </a:rPr>
              <a:t>E</a:t>
            </a:r>
            <a:r>
              <a:rPr sz="1210">
                <a:latin typeface="Poppins"/>
              </a:rPr>
              <a:t>M</a:t>
            </a:r>
            <a:r>
              <a:rPr sz="1210">
                <a:latin typeface="Poppins"/>
              </a:rPr>
              <a:t>IRATE</a:t>
            </a:r>
            <a:r>
              <a:rPr sz="1210">
                <a:latin typeface="Poppins"/>
              </a:rPr>
              <a:t>S</a:t>
            </a:r>
          </a:p>
          <a:p>
            <a:pPr algn="ctr"/>
            <a:r>
              <a:rPr sz="610">
                <a:latin typeface="Poppins"/>
              </a:rPr>
              <a:t>AL</a:t>
            </a:r>
            <a:r>
              <a:t> </a:t>
            </a:r>
            <a:r>
              <a:rPr sz="610">
                <a:latin typeface="Poppins"/>
              </a:rPr>
              <a:t>QU</a:t>
            </a:r>
            <a:r>
              <a:rPr sz="610">
                <a:latin typeface="Poppins"/>
              </a:rPr>
              <a:t>O</a:t>
            </a:r>
            <a:r>
              <a:rPr sz="610">
                <a:latin typeface="Poppins"/>
              </a:rPr>
              <a:t>Z</a:t>
            </a:r>
            <a:r>
              <a:t> </a:t>
            </a:r>
            <a:r>
              <a:rPr sz="610">
                <a:latin typeface="Poppins"/>
              </a:rPr>
              <a:t>INDUSTRI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L</a:t>
            </a:r>
            <a:r>
              <a:t> </a:t>
            </a:r>
            <a:r>
              <a:rPr sz="610">
                <a:latin typeface="Poppins"/>
              </a:rPr>
              <a:t>ARE</a:t>
            </a:r>
            <a:r>
              <a:rPr sz="610">
                <a:latin typeface="Poppins"/>
              </a:rPr>
              <a:t>A</a:t>
            </a:r>
          </a:p>
          <a:p>
            <a:pPr algn="ctr"/>
            <a:r>
              <a:rPr sz="1210">
                <a:latin typeface="Poppins"/>
              </a:rPr>
              <a:t>LIVIN</a:t>
            </a:r>
            <a:r>
              <a:rPr sz="1210">
                <a:latin typeface="Poppins"/>
              </a:rPr>
              <a:t>G</a:t>
            </a:r>
          </a:p>
          <a:p>
            <a:pPr algn="ctr"/>
            <a:r>
              <a:rPr sz="610">
                <a:latin typeface="Poppins"/>
              </a:rPr>
              <a:t>DEIR</a:t>
            </a:r>
            <a:r>
              <a:rPr sz="610">
                <a:latin typeface="Poppins"/>
              </a:rPr>
              <a:t>A</a:t>
            </a:r>
          </a:p>
          <a:p>
            <a:pPr algn="ctr"/>
            <a:r>
              <a:rPr sz="1210">
                <a:latin typeface="Poppins"/>
              </a:rPr>
              <a:t>EXPO</a:t>
            </a:r>
            <a:r>
              <a:t> </a:t>
            </a:r>
            <a:r>
              <a:rPr sz="1210">
                <a:latin typeface="Poppins"/>
              </a:rPr>
              <a:t>DOWNTOW</a:t>
            </a:r>
            <a:r>
              <a:rPr sz="1210">
                <a:latin typeface="Poppins"/>
              </a:rPr>
              <a:t>N</a:t>
            </a:r>
            <a:r>
              <a:t> </a:t>
            </a:r>
            <a:r>
              <a:rPr sz="1210">
                <a:latin typeface="Poppins"/>
              </a:rPr>
              <a:t>LIVING</a:t>
            </a:r>
            <a:r>
              <a:t> 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L</a:t>
            </a:r>
            <a:r>
              <a:t> </a:t>
            </a:r>
            <a:r>
              <a:rPr sz="610">
                <a:latin typeface="Poppins"/>
              </a:rPr>
              <a:t>KH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IL R</a:t>
            </a:r>
            <a:r>
              <a:rPr sz="610">
                <a:latin typeface="Poppins"/>
              </a:rPr>
              <a:t>OA</a:t>
            </a:r>
            <a:r>
              <a:rPr sz="610">
                <a:latin typeface="Poppins"/>
              </a:rPr>
              <a:t>D</a:t>
            </a:r>
            <a:r>
              <a:t> </a:t>
            </a:r>
            <a:r>
              <a:rPr sz="610">
                <a:latin typeface="Poppins"/>
              </a:rPr>
              <a:t>AL</a:t>
            </a:r>
            <a:r>
              <a:rPr sz="610">
                <a:latin typeface="Poppins"/>
              </a:rPr>
              <a:t> K</a:t>
            </a:r>
            <a:r>
              <a:rPr sz="610">
                <a:latin typeface="Poppins"/>
              </a:rPr>
              <a:t>H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IL</a:t>
            </a:r>
            <a:r>
              <a:t> </a:t>
            </a:r>
            <a:r>
              <a:rPr sz="610">
                <a:latin typeface="Poppins"/>
              </a:rPr>
              <a:t>R</a:t>
            </a:r>
            <a:r>
              <a:rPr sz="610">
                <a:latin typeface="Poppins"/>
              </a:rPr>
              <a:t>O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D</a:t>
            </a:r>
            <a:r>
              <a:t> </a:t>
            </a:r>
            <a:r>
              <a:rPr sz="1210">
                <a:latin typeface="Poppins"/>
              </a:rPr>
              <a:t>DUB</a:t>
            </a:r>
            <a:r>
              <a:rPr sz="1210">
                <a:latin typeface="Poppins"/>
              </a:rPr>
              <a:t>A</a:t>
            </a:r>
            <a:r>
              <a:rPr sz="1210">
                <a:latin typeface="Poppins"/>
              </a:rPr>
              <a:t>I</a:t>
            </a:r>
          </a:p>
          <a:p>
            <a:pPr algn="ctr"/>
            <a:r>
              <a:rPr sz="610">
                <a:latin typeface="Poppins"/>
              </a:rPr>
              <a:t>DUBA</a:t>
            </a:r>
            <a:r>
              <a:rPr sz="610">
                <a:latin typeface="Poppins"/>
              </a:rPr>
              <a:t>I</a:t>
            </a:r>
            <a:r>
              <a:t> </a:t>
            </a:r>
            <a:r>
              <a:rPr sz="610">
                <a:latin typeface="Poppins"/>
              </a:rPr>
              <a:t>INTERNATI</a:t>
            </a:r>
            <a:r>
              <a:rPr sz="610">
                <a:latin typeface="Poppins"/>
              </a:rPr>
              <a:t>O</a:t>
            </a:r>
            <a:r>
              <a:rPr sz="610">
                <a:latin typeface="Poppins"/>
              </a:rPr>
              <a:t>N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L</a:t>
            </a:r>
          </a:p>
          <a:p>
            <a:pPr algn="ctr"/>
            <a:r>
              <a:rPr sz="590">
                <a:latin typeface="Poppins"/>
              </a:rPr>
              <a:t>S</a:t>
            </a:r>
            <a:r>
              <a:rPr sz="590">
                <a:latin typeface="Poppins"/>
              </a:rPr>
              <a:t>H</a:t>
            </a:r>
            <a:r>
              <a:rPr sz="590">
                <a:latin typeface="Poppins"/>
              </a:rPr>
              <a:t>E</a:t>
            </a:r>
            <a:r>
              <a:rPr sz="590">
                <a:latin typeface="Poppins"/>
              </a:rPr>
              <a:t>I</a:t>
            </a:r>
            <a:r>
              <a:rPr sz="590">
                <a:latin typeface="Poppins"/>
              </a:rPr>
              <a:t>K</a:t>
            </a:r>
            <a:r>
              <a:rPr sz="590">
                <a:latin typeface="Poppins"/>
              </a:rPr>
              <a:t>H</a:t>
            </a:r>
            <a:r>
              <a:t> </a:t>
            </a:r>
            <a:r>
              <a:rPr sz="590">
                <a:latin typeface="Poppins"/>
              </a:rPr>
              <a:t>M</a:t>
            </a:r>
            <a:r>
              <a:rPr sz="590">
                <a:latin typeface="Poppins"/>
              </a:rPr>
              <a:t>O</a:t>
            </a:r>
            <a:r>
              <a:rPr sz="590">
                <a:latin typeface="Poppins"/>
              </a:rPr>
              <a:t>H</a:t>
            </a:r>
            <a:r>
              <a:rPr sz="590">
                <a:latin typeface="Poppins"/>
              </a:rPr>
              <a:t>A</a:t>
            </a:r>
            <a:r>
              <a:rPr sz="590">
                <a:latin typeface="Poppins"/>
              </a:rPr>
              <a:t>M</a:t>
            </a:r>
            <a:r>
              <a:rPr sz="590">
                <a:latin typeface="Poppins"/>
              </a:rPr>
              <a:t>M</a:t>
            </a:r>
            <a:r>
              <a:rPr sz="590">
                <a:latin typeface="Poppins"/>
              </a:rPr>
              <a:t>E</a:t>
            </a:r>
            <a:r>
              <a:rPr sz="590">
                <a:latin typeface="Poppins"/>
              </a:rPr>
              <a:t>D</a:t>
            </a:r>
            <a:r>
              <a:t> </a:t>
            </a:r>
            <a:r>
              <a:rPr sz="590">
                <a:latin typeface="Poppins"/>
              </a:rPr>
              <a:t>B</a:t>
            </a:r>
            <a:r>
              <a:rPr sz="590">
                <a:latin typeface="Poppins"/>
              </a:rPr>
              <a:t>I</a:t>
            </a:r>
            <a:r>
              <a:rPr sz="590">
                <a:latin typeface="Poppins"/>
              </a:rPr>
              <a:t>N</a:t>
            </a:r>
            <a:r>
              <a:t> </a:t>
            </a:r>
            <a:r>
              <a:rPr sz="590">
                <a:latin typeface="Poppins"/>
              </a:rPr>
              <a:t>Z</a:t>
            </a:r>
            <a:r>
              <a:rPr sz="590">
                <a:latin typeface="Poppins"/>
              </a:rPr>
              <a:t>A</a:t>
            </a:r>
            <a:r>
              <a:rPr sz="590">
                <a:latin typeface="Poppins"/>
              </a:rPr>
              <a:t>Y</a:t>
            </a:r>
            <a:r>
              <a:rPr sz="590">
                <a:latin typeface="Poppins"/>
              </a:rPr>
              <a:t>E</a:t>
            </a:r>
            <a:r>
              <a:rPr sz="590">
                <a:latin typeface="Poppins"/>
              </a:rPr>
              <a:t>D</a:t>
            </a:r>
            <a:r>
              <a:t> </a:t>
            </a:r>
            <a:r>
              <a:rPr sz="590">
                <a:latin typeface="Poppins"/>
              </a:rPr>
              <a:t>R</a:t>
            </a:r>
            <a:r>
              <a:rPr sz="590">
                <a:latin typeface="Poppins"/>
              </a:rPr>
              <a:t>O</a:t>
            </a:r>
            <a:r>
              <a:rPr sz="590">
                <a:latin typeface="Poppins"/>
              </a:rPr>
              <a:t>A</a:t>
            </a:r>
            <a:r>
              <a:rPr sz="590">
                <a:latin typeface="Poppins"/>
              </a:rPr>
              <a:t>D</a:t>
            </a:r>
            <a:r>
              <a:t> </a:t>
            </a:r>
            <a:r>
              <a:rPr sz="1210">
                <a:latin typeface="Poppins"/>
              </a:rPr>
              <a:t>DUBAI HILL</a:t>
            </a:r>
            <a:r>
              <a:rPr sz="1210">
                <a:latin typeface="Poppins"/>
              </a:rPr>
              <a:t>S</a:t>
            </a:r>
            <a:r>
              <a:t> </a:t>
            </a:r>
            <a:r>
              <a:rPr sz="610">
                <a:latin typeface="Poppins"/>
              </a:rPr>
              <a:t>AIRP</a:t>
            </a:r>
            <a:r>
              <a:rPr sz="610">
                <a:latin typeface="Poppins"/>
              </a:rPr>
              <a:t>O</a:t>
            </a:r>
            <a:r>
              <a:rPr sz="610">
                <a:latin typeface="Poppins"/>
              </a:rPr>
              <a:t>R</a:t>
            </a:r>
            <a:r>
              <a:rPr sz="610">
                <a:latin typeface="Poppins"/>
              </a:rPr>
              <a:t>T</a:t>
            </a:r>
          </a:p>
          <a:p>
            <a:pPr algn="ctr"/>
            <a:r>
              <a:rPr sz="1210">
                <a:latin typeface="Poppins"/>
              </a:rPr>
              <a:t>EST</a:t>
            </a:r>
            <a:r>
              <a:rPr sz="1210">
                <a:latin typeface="Poppins"/>
              </a:rPr>
              <a:t>A</a:t>
            </a:r>
            <a:r>
              <a:rPr sz="1210">
                <a:latin typeface="Poppins"/>
              </a:rPr>
              <a:t>T</a:t>
            </a:r>
            <a:r>
              <a:rPr sz="1210">
                <a:latin typeface="Poppins"/>
              </a:rPr>
              <a:t>E</a:t>
            </a:r>
            <a:r>
              <a:t> </a:t>
            </a:r>
            <a:r>
              <a:rPr sz="1210">
                <a:latin typeface="Poppins"/>
              </a:rPr>
              <a:t>TH</a:t>
            </a:r>
            <a:r>
              <a:rPr sz="1210">
                <a:latin typeface="Poppins"/>
              </a:rPr>
              <a:t>E</a:t>
            </a:r>
          </a:p>
          <a:p>
            <a:pPr algn="ctr"/>
            <a:r>
              <a:rPr sz="610">
                <a:latin typeface="Poppins"/>
              </a:rPr>
              <a:t>DUB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I</a:t>
            </a:r>
            <a:r>
              <a:t> </a:t>
            </a:r>
            <a:r>
              <a:rPr sz="1210">
                <a:latin typeface="Poppins"/>
              </a:rPr>
              <a:t>O</a:t>
            </a:r>
            <a:r>
              <a:rPr sz="1210">
                <a:latin typeface="Poppins"/>
              </a:rPr>
              <a:t>ASI</a:t>
            </a:r>
            <a:r>
              <a:rPr sz="1210">
                <a:latin typeface="Poppins"/>
              </a:rPr>
              <a:t>S</a:t>
            </a:r>
          </a:p>
          <a:p>
            <a:pPr algn="ctr"/>
            <a:r>
              <a:rPr sz="610">
                <a:latin typeface="Poppins"/>
              </a:rPr>
              <a:t>INVEST</a:t>
            </a:r>
            <a:r>
              <a:rPr sz="610">
                <a:latin typeface="Poppins"/>
              </a:rPr>
              <a:t>M</a:t>
            </a:r>
            <a:r>
              <a:rPr sz="610">
                <a:latin typeface="Poppins"/>
              </a:rPr>
              <a:t>EN</a:t>
            </a:r>
            <a:r>
              <a:rPr sz="610">
                <a:latin typeface="Poppins"/>
              </a:rPr>
              <a:t>T</a:t>
            </a:r>
            <a:r>
              <a:t> </a:t>
            </a:r>
            <a:r>
              <a:rPr sz="610">
                <a:latin typeface="Poppins"/>
              </a:rPr>
              <a:t>P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R</a:t>
            </a:r>
            <a:r>
              <a:rPr sz="610">
                <a:latin typeface="Poppins"/>
              </a:rPr>
              <a:t>K</a:t>
            </a:r>
          </a:p>
          <a:p>
            <a:pPr algn="ctr"/>
            <a:r>
              <a:rPr sz="1210">
                <a:latin typeface="Poppins"/>
              </a:rPr>
              <a:t>DUB</a:t>
            </a:r>
            <a:r>
              <a:rPr sz="1210">
                <a:latin typeface="Poppins"/>
              </a:rPr>
              <a:t>A</a:t>
            </a:r>
            <a:r>
              <a:rPr sz="1210">
                <a:latin typeface="Poppins"/>
              </a:rPr>
              <a:t>I</a:t>
            </a:r>
            <a:r>
              <a:t> </a:t>
            </a:r>
            <a:r>
              <a:rPr sz="1210">
                <a:latin typeface="Poppins"/>
              </a:rPr>
              <a:t>CREE</a:t>
            </a:r>
            <a:r>
              <a:rPr sz="1210">
                <a:latin typeface="Poppins"/>
              </a:rPr>
              <a:t>K</a:t>
            </a:r>
          </a:p>
          <a:p>
            <a:pPr algn="ctr"/>
            <a:r>
              <a:rPr sz="610">
                <a:latin typeface="Poppins"/>
              </a:rPr>
              <a:t>EXP</a:t>
            </a:r>
            <a:r>
              <a:rPr sz="610">
                <a:latin typeface="Poppins"/>
              </a:rPr>
              <a:t>O</a:t>
            </a:r>
            <a:r>
              <a:rPr sz="610">
                <a:latin typeface="Poppins"/>
              </a:rPr>
              <a:t> CIT</a:t>
            </a:r>
            <a:r>
              <a:rPr sz="610">
                <a:latin typeface="Poppins"/>
              </a:rPr>
              <a:t>Y</a:t>
            </a:r>
            <a:r>
              <a:t> </a:t>
            </a:r>
            <a:r>
              <a:rPr sz="1210">
                <a:latin typeface="Poppins"/>
              </a:rPr>
              <a:t>ARABI</a:t>
            </a:r>
            <a:r>
              <a:rPr sz="1210">
                <a:latin typeface="Poppins"/>
              </a:rPr>
              <a:t>A</a:t>
            </a:r>
            <a:r>
              <a:rPr sz="1210">
                <a:latin typeface="Poppins"/>
              </a:rPr>
              <a:t>N</a:t>
            </a:r>
            <a:r>
              <a:t> </a:t>
            </a:r>
            <a:r>
              <a:rPr sz="1210">
                <a:latin typeface="Poppins"/>
              </a:rPr>
              <a:t>H</a:t>
            </a:r>
            <a:r>
              <a:rPr sz="1210">
                <a:latin typeface="Poppins"/>
              </a:rPr>
              <a:t>A</a:t>
            </a:r>
            <a:r>
              <a:rPr sz="1210">
                <a:latin typeface="Poppins"/>
              </a:rPr>
              <a:t>RBOU</a:t>
            </a:r>
            <a:r>
              <a:rPr sz="1210">
                <a:latin typeface="Poppins"/>
              </a:rPr>
              <a:t>R</a:t>
            </a:r>
            <a:r>
              <a:t> </a:t>
            </a:r>
            <a:r>
              <a:rPr sz="1210">
                <a:latin typeface="Poppins"/>
              </a:rPr>
              <a:t>R</a:t>
            </a:r>
            <a:r>
              <a:rPr sz="1210">
                <a:latin typeface="Poppins"/>
              </a:rPr>
              <a:t>A</a:t>
            </a:r>
            <a:r>
              <a:rPr sz="1210">
                <a:latin typeface="Poppins"/>
              </a:rPr>
              <a:t>NCHES</a:t>
            </a:r>
          </a:p>
          <a:p>
            <a:pPr algn="ctr"/>
            <a:r>
              <a:rPr sz="610">
                <a:latin typeface="Poppins"/>
              </a:rPr>
              <a:t>DUB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I P</a:t>
            </a:r>
            <a:r>
              <a:rPr sz="610">
                <a:latin typeface="Poppins"/>
              </a:rPr>
              <a:t>O</a:t>
            </a:r>
            <a:r>
              <a:rPr sz="610">
                <a:latin typeface="Poppins"/>
              </a:rPr>
              <a:t>L</a:t>
            </a:r>
            <a:r>
              <a:rPr sz="610">
                <a:latin typeface="Poppins"/>
              </a:rPr>
              <a:t>O</a:t>
            </a:r>
            <a:r>
              <a:t> </a:t>
            </a:r>
            <a:r>
              <a:rPr sz="610">
                <a:latin typeface="Poppins"/>
              </a:rPr>
              <a:t>&amp;</a:t>
            </a:r>
            <a:r>
              <a:t> </a:t>
            </a:r>
            <a:r>
              <a:rPr sz="610">
                <a:latin typeface="Poppins"/>
              </a:rPr>
              <a:t>EQUISTRI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N</a:t>
            </a:r>
            <a:r>
              <a:t> </a:t>
            </a:r>
            <a:r>
              <a:rPr sz="610">
                <a:latin typeface="Poppins"/>
              </a:rPr>
              <a:t>CLU</a:t>
            </a:r>
            <a:r>
              <a:rPr sz="610">
                <a:latin typeface="Poppins"/>
              </a:rPr>
              <a:t>B</a:t>
            </a:r>
          </a:p>
          <a:p>
            <a:r>
              <a:rPr sz="830">
                <a:latin typeface="Poppins"/>
              </a:rPr>
              <a:t>ABU DHABI</a:t>
            </a:r>
            <a:r>
              <a:t> </a:t>
            </a:r>
            <a:r>
              <a:rPr sz="830">
                <a:latin typeface="Poppins"/>
              </a:rPr>
              <a:t>SHARJAH</a:t>
            </a:r>
          </a:p>
          <a:p>
            <a:pPr algn="ctr"/>
            <a:r>
              <a:rPr sz="1210">
                <a:latin typeface="Poppins"/>
              </a:rPr>
              <a:t>ARABI</a:t>
            </a:r>
            <a:r>
              <a:rPr sz="1210">
                <a:latin typeface="Poppins"/>
              </a:rPr>
              <a:t>A</a:t>
            </a:r>
            <a:r>
              <a:rPr sz="1210">
                <a:latin typeface="Poppins"/>
              </a:rPr>
              <a:t>N</a:t>
            </a:r>
          </a:p>
          <a:p>
            <a:pPr algn="ctr"/>
            <a:r>
              <a:rPr sz="600">
                <a:latin typeface="Poppins"/>
              </a:rPr>
              <a:t>S</a:t>
            </a:r>
            <a:r>
              <a:rPr sz="600">
                <a:latin typeface="Poppins"/>
              </a:rPr>
              <a:t>H</a:t>
            </a:r>
            <a:r>
              <a:rPr sz="600">
                <a:latin typeface="Poppins"/>
              </a:rPr>
              <a:t>E</a:t>
            </a:r>
            <a:r>
              <a:rPr sz="600">
                <a:latin typeface="Poppins"/>
              </a:rPr>
              <a:t>I</a:t>
            </a:r>
            <a:r>
              <a:rPr sz="600">
                <a:latin typeface="Poppins"/>
              </a:rPr>
              <a:t>K</a:t>
            </a:r>
            <a:r>
              <a:rPr sz="600">
                <a:latin typeface="Poppins"/>
              </a:rPr>
              <a:t>H</a:t>
            </a:r>
            <a:r>
              <a:t> </a:t>
            </a:r>
            <a:r>
              <a:rPr sz="600">
                <a:latin typeface="Poppins"/>
              </a:rPr>
              <a:t>M</a:t>
            </a:r>
            <a:r>
              <a:rPr sz="600">
                <a:latin typeface="Poppins"/>
              </a:rPr>
              <a:t>O</a:t>
            </a:r>
            <a:r>
              <a:rPr sz="600">
                <a:latin typeface="Poppins"/>
              </a:rPr>
              <a:t>H</a:t>
            </a:r>
            <a:r>
              <a:rPr sz="600">
                <a:latin typeface="Poppins"/>
              </a:rPr>
              <a:t>A</a:t>
            </a:r>
            <a:r>
              <a:rPr sz="600">
                <a:latin typeface="Poppins"/>
              </a:rPr>
              <a:t>M</a:t>
            </a:r>
            <a:r>
              <a:rPr sz="600">
                <a:latin typeface="Poppins"/>
              </a:rPr>
              <a:t>M</a:t>
            </a:r>
            <a:r>
              <a:rPr sz="600">
                <a:latin typeface="Poppins"/>
              </a:rPr>
              <a:t>E</a:t>
            </a:r>
            <a:r>
              <a:rPr sz="600">
                <a:latin typeface="Poppins"/>
              </a:rPr>
              <a:t>D</a:t>
            </a:r>
            <a:r>
              <a:t> </a:t>
            </a:r>
            <a:r>
              <a:rPr sz="600">
                <a:latin typeface="Poppins"/>
              </a:rPr>
              <a:t>B</a:t>
            </a:r>
            <a:r>
              <a:rPr sz="600">
                <a:latin typeface="Poppins"/>
              </a:rPr>
              <a:t>I</a:t>
            </a:r>
            <a:r>
              <a:rPr sz="600">
                <a:latin typeface="Poppins"/>
              </a:rPr>
              <a:t>N</a:t>
            </a:r>
            <a:r>
              <a:t> </a:t>
            </a:r>
            <a:r>
              <a:rPr sz="600">
                <a:latin typeface="Poppins"/>
              </a:rPr>
              <a:t>Z</a:t>
            </a:r>
            <a:r>
              <a:rPr sz="600">
                <a:latin typeface="Poppins"/>
              </a:rPr>
              <a:t>A</a:t>
            </a:r>
            <a:r>
              <a:rPr sz="600">
                <a:latin typeface="Poppins"/>
              </a:rPr>
              <a:t>Y</a:t>
            </a:r>
            <a:r>
              <a:rPr sz="600">
                <a:latin typeface="Poppins"/>
              </a:rPr>
              <a:t>E</a:t>
            </a:r>
            <a:r>
              <a:rPr sz="600">
                <a:latin typeface="Poppins"/>
              </a:rPr>
              <a:t>D</a:t>
            </a:r>
            <a:r>
              <a:t> </a:t>
            </a:r>
            <a:r>
              <a:rPr sz="600">
                <a:latin typeface="Poppins"/>
              </a:rPr>
              <a:t>R</a:t>
            </a:r>
            <a:r>
              <a:rPr sz="600">
                <a:latin typeface="Poppins"/>
              </a:rPr>
              <a:t>O</a:t>
            </a:r>
            <a:r>
              <a:rPr sz="600">
                <a:latin typeface="Poppins"/>
              </a:rPr>
              <a:t>A</a:t>
            </a:r>
            <a:r>
              <a:rPr sz="600">
                <a:latin typeface="Poppins"/>
              </a:rPr>
              <a:t>D</a:t>
            </a:r>
          </a:p>
          <a:p>
            <a:pPr algn="ctr"/>
            <a:r>
              <a:rPr sz="1210">
                <a:latin typeface="Poppins"/>
              </a:rPr>
              <a:t>R</a:t>
            </a:r>
            <a:r>
              <a:rPr sz="1210">
                <a:latin typeface="Poppins"/>
              </a:rPr>
              <a:t>A</a:t>
            </a:r>
            <a:r>
              <a:rPr sz="1210">
                <a:latin typeface="Poppins"/>
              </a:rPr>
              <a:t>NCHES I</a:t>
            </a:r>
            <a:r>
              <a:rPr sz="1210">
                <a:latin typeface="Poppins"/>
              </a:rPr>
              <a:t>I</a:t>
            </a:r>
          </a:p>
          <a:p>
            <a:pPr algn="ctr"/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L </a:t>
            </a:r>
            <a:r>
              <a:rPr sz="610">
                <a:latin typeface="Poppins"/>
              </a:rPr>
              <a:t>M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K</a:t>
            </a:r>
            <a:r>
              <a:rPr sz="610">
                <a:latin typeface="Poppins"/>
              </a:rPr>
              <a:t>T</a:t>
            </a:r>
            <a:r>
              <a:rPr sz="610">
                <a:latin typeface="Poppins"/>
              </a:rPr>
              <a:t>O</a:t>
            </a:r>
            <a:r>
              <a:rPr sz="610">
                <a:latin typeface="Poppins"/>
              </a:rPr>
              <a:t>U</a:t>
            </a:r>
            <a:r>
              <a:rPr sz="610">
                <a:latin typeface="Poppins"/>
              </a:rPr>
              <a:t>M</a:t>
            </a:r>
            <a:r>
              <a:t> </a:t>
            </a:r>
            <a:r>
              <a:rPr sz="1210">
                <a:latin typeface="Poppins"/>
              </a:rPr>
              <a:t>GRAND</a:t>
            </a:r>
            <a:r>
              <a:t> </a:t>
            </a:r>
            <a:r>
              <a:rPr sz="1210">
                <a:latin typeface="Poppins"/>
              </a:rPr>
              <a:t>EMAAR</a:t>
            </a:r>
            <a:r>
              <a:t> </a:t>
            </a:r>
            <a:r>
              <a:rPr sz="610">
                <a:latin typeface="Poppins"/>
              </a:rPr>
              <a:t>INTERN</a:t>
            </a:r>
            <a:r>
              <a:t> 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IR</a:t>
            </a:r>
            <a:r>
              <a:rPr sz="610">
                <a:latin typeface="Poppins"/>
              </a:rPr>
              <a:t>P</a:t>
            </a:r>
            <a:r>
              <a:rPr sz="610">
                <a:latin typeface="Poppins"/>
              </a:rPr>
              <a:t>A</a:t>
            </a:r>
            <a:r>
              <a:t> </a:t>
            </a:r>
            <a:r>
              <a:rPr sz="610">
                <a:latin typeface="Poppins"/>
              </a:rPr>
              <a:t>OR</a:t>
            </a:r>
            <a:r>
              <a:t> </a:t>
            </a:r>
            <a:r>
              <a:rPr sz="610">
                <a:latin typeface="Poppins"/>
              </a:rPr>
              <a:t>TI</a:t>
            </a:r>
            <a:r>
              <a:rPr sz="610">
                <a:latin typeface="Poppins"/>
              </a:rPr>
              <a:t>O</a:t>
            </a:r>
            <a:r>
              <a:rPr sz="610">
                <a:latin typeface="Poppins"/>
              </a:rPr>
              <a:t>T</a:t>
            </a:r>
            <a:r>
              <a:t> </a:t>
            </a:r>
            <a:r>
              <a:rPr sz="610">
                <a:latin typeface="Poppins"/>
              </a:rPr>
              <a:t>N</a:t>
            </a:r>
            <a:r>
              <a:rPr sz="610">
                <a:latin typeface="Poppins"/>
              </a:rPr>
              <a:t>A</a:t>
            </a:r>
            <a:r>
              <a:rPr sz="610">
                <a:latin typeface="Poppins"/>
              </a:rPr>
              <a:t>L</a:t>
            </a:r>
            <a:r>
              <a:t> </a:t>
            </a:r>
            <a:r>
              <a:rPr sz="1210">
                <a:latin typeface="Poppins"/>
              </a:rPr>
              <a:t>POLO</a:t>
            </a:r>
          </a:p>
          <a:p>
            <a:pPr algn="ctr"/>
            <a:r>
              <a:rPr sz="570">
                <a:latin typeface="Poppins"/>
              </a:rPr>
              <a:t>S</a:t>
            </a:r>
            <a:r>
              <a:rPr sz="570">
                <a:latin typeface="Poppins"/>
              </a:rPr>
              <a:t>H</a:t>
            </a:r>
            <a:r>
              <a:rPr sz="570">
                <a:latin typeface="Poppins"/>
              </a:rPr>
              <a:t>E</a:t>
            </a:r>
            <a:r>
              <a:rPr sz="570">
                <a:latin typeface="Poppins"/>
              </a:rPr>
              <a:t>I</a:t>
            </a:r>
            <a:r>
              <a:rPr sz="570">
                <a:latin typeface="Poppins"/>
              </a:rPr>
              <a:t>K</a:t>
            </a:r>
            <a:r>
              <a:rPr sz="570">
                <a:latin typeface="Poppins"/>
              </a:rPr>
              <a:t>H</a:t>
            </a:r>
            <a:r>
              <a:t> </a:t>
            </a:r>
            <a:r>
              <a:rPr sz="570">
                <a:latin typeface="Poppins"/>
              </a:rPr>
              <a:t>Z</a:t>
            </a:r>
            <a:r>
              <a:rPr sz="570">
                <a:latin typeface="Poppins"/>
              </a:rPr>
              <a:t>A</a:t>
            </a:r>
            <a:r>
              <a:rPr sz="570">
                <a:latin typeface="Poppins"/>
              </a:rPr>
              <a:t>Y</a:t>
            </a:r>
            <a:r>
              <a:rPr sz="570">
                <a:latin typeface="Poppins"/>
              </a:rPr>
              <a:t>E</a:t>
            </a:r>
            <a:r>
              <a:rPr sz="570">
                <a:latin typeface="Poppins"/>
              </a:rPr>
              <a:t>D</a:t>
            </a:r>
            <a:r>
              <a:t> </a:t>
            </a:r>
            <a:r>
              <a:rPr sz="570">
                <a:latin typeface="Poppins"/>
              </a:rPr>
              <a:t>B</a:t>
            </a:r>
            <a:r>
              <a:rPr sz="570">
                <a:latin typeface="Poppins"/>
              </a:rPr>
              <a:t>I</a:t>
            </a:r>
            <a:r>
              <a:rPr sz="570">
                <a:latin typeface="Poppins"/>
              </a:rPr>
              <a:t>N</a:t>
            </a:r>
            <a:r>
              <a:t> </a:t>
            </a:r>
            <a:r>
              <a:rPr sz="570">
                <a:latin typeface="Poppins"/>
              </a:rPr>
              <a:t>H</a:t>
            </a:r>
            <a:r>
              <a:rPr sz="570">
                <a:latin typeface="Poppins"/>
              </a:rPr>
              <a:t>A</a:t>
            </a:r>
            <a:r>
              <a:rPr sz="570">
                <a:latin typeface="Poppins"/>
              </a:rPr>
              <a:t>M</a:t>
            </a:r>
            <a:r>
              <a:rPr sz="570">
                <a:latin typeface="Poppins"/>
              </a:rPr>
              <a:t>D</a:t>
            </a:r>
            <a:r>
              <a:rPr sz="570">
                <a:latin typeface="Poppins"/>
              </a:rPr>
              <a:t>A</a:t>
            </a:r>
            <a:r>
              <a:rPr sz="570">
                <a:latin typeface="Poppins"/>
              </a:rPr>
              <a:t>N</a:t>
            </a:r>
            <a:r>
              <a:t> </a:t>
            </a:r>
            <a:r>
              <a:rPr sz="570">
                <a:latin typeface="Poppins"/>
              </a:rPr>
              <a:t>A</a:t>
            </a:r>
            <a:r>
              <a:rPr sz="570">
                <a:latin typeface="Poppins"/>
              </a:rPr>
              <a:t>L</a:t>
            </a:r>
            <a:r>
              <a:t> </a:t>
            </a:r>
            <a:r>
              <a:rPr sz="570">
                <a:latin typeface="Poppins"/>
              </a:rPr>
              <a:t>N</a:t>
            </a:r>
            <a:r>
              <a:rPr sz="570">
                <a:latin typeface="Poppins"/>
              </a:rPr>
              <a:t>A</a:t>
            </a:r>
            <a:r>
              <a:rPr sz="570">
                <a:latin typeface="Poppins"/>
              </a:rPr>
              <a:t>H</a:t>
            </a:r>
            <a:r>
              <a:rPr sz="570">
                <a:latin typeface="Poppins"/>
              </a:rPr>
              <a:t>Y</a:t>
            </a:r>
            <a:r>
              <a:rPr sz="570">
                <a:latin typeface="Poppins"/>
              </a:rPr>
              <a:t>A</a:t>
            </a:r>
            <a:r>
              <a:rPr sz="570">
                <a:latin typeface="Poppins"/>
              </a:rPr>
              <a:t>N</a:t>
            </a:r>
            <a:r>
              <a:t> </a:t>
            </a:r>
            <a:r>
              <a:rPr sz="570">
                <a:latin typeface="Poppins"/>
              </a:rPr>
              <a:t>S</a:t>
            </a:r>
            <a:r>
              <a:rPr sz="570">
                <a:latin typeface="Poppins"/>
              </a:rPr>
              <a:t>T</a:t>
            </a:r>
            <a:r>
              <a:rPr sz="570">
                <a:latin typeface="Poppins"/>
              </a:rPr>
              <a:t>R</a:t>
            </a:r>
            <a:r>
              <a:rPr sz="570">
                <a:latin typeface="Poppins"/>
              </a:rPr>
              <a:t>E</a:t>
            </a:r>
            <a:r>
              <a:rPr sz="570">
                <a:latin typeface="Poppins"/>
              </a:rPr>
              <a:t>E</a:t>
            </a:r>
            <a:r>
              <a:rPr sz="570">
                <a:latin typeface="Poppins"/>
              </a:rPr>
              <a:t>T</a:t>
            </a:r>
          </a:p>
          <a:p>
            <a:pPr algn="ctr"/>
            <a:r>
              <a:rPr sz="1210">
                <a:latin typeface="Poppins"/>
              </a:rPr>
              <a:t>SOUTH</a:t>
            </a:r>
          </a:p>
          <a:p>
            <a:pPr algn="ctr"/>
            <a:r>
              <a:rPr sz="600">
                <a:latin typeface="Poppins"/>
              </a:rPr>
              <a:t>E</a:t>
            </a:r>
            <a:r>
              <a:rPr sz="600">
                <a:latin typeface="Poppins"/>
              </a:rPr>
              <a:t>M</a:t>
            </a:r>
            <a:r>
              <a:rPr sz="600">
                <a:latin typeface="Poppins"/>
              </a:rPr>
              <a:t>I</a:t>
            </a:r>
            <a:r>
              <a:rPr sz="600">
                <a:latin typeface="Poppins"/>
              </a:rPr>
              <a:t>R</a:t>
            </a:r>
            <a:r>
              <a:rPr sz="600">
                <a:latin typeface="Poppins"/>
              </a:rPr>
              <a:t>A</a:t>
            </a:r>
            <a:r>
              <a:rPr sz="600">
                <a:latin typeface="Poppins"/>
              </a:rPr>
              <a:t>T</a:t>
            </a:r>
            <a:r>
              <a:rPr sz="600">
                <a:latin typeface="Poppins"/>
              </a:rPr>
              <a:t>E</a:t>
            </a:r>
            <a:r>
              <a:rPr sz="600">
                <a:latin typeface="Poppins"/>
              </a:rPr>
              <a:t>S</a:t>
            </a:r>
            <a:r>
              <a:t> </a:t>
            </a:r>
            <a:r>
              <a:rPr sz="600">
                <a:latin typeface="Poppins"/>
              </a:rPr>
              <a:t>R</a:t>
            </a:r>
            <a:r>
              <a:t> </a:t>
            </a:r>
            <a:r>
              <a:rPr sz="600">
                <a:latin typeface="Poppins"/>
              </a:rPr>
              <a:t>O</a:t>
            </a:r>
            <a:r>
              <a:rPr sz="600">
                <a:latin typeface="Poppins"/>
              </a:rPr>
              <a:t>A</a:t>
            </a:r>
            <a:r>
              <a:rPr sz="600">
                <a:latin typeface="Poppins"/>
              </a:rPr>
              <a:t>D</a:t>
            </a:r>
          </a:p>
          <a:p>
            <a:r>
              <a:rPr sz="590">
                <a:latin typeface="Poppins"/>
              </a:rPr>
              <a:t>E</a:t>
            </a:r>
            <a:r>
              <a:rPr sz="590">
                <a:latin typeface="Poppins"/>
              </a:rPr>
              <a:t>M</a:t>
            </a:r>
            <a:r>
              <a:rPr sz="590">
                <a:latin typeface="Poppins"/>
              </a:rPr>
              <a:t>I</a:t>
            </a:r>
            <a:r>
              <a:rPr sz="590">
                <a:latin typeface="Poppins"/>
              </a:rPr>
              <a:t>R</a:t>
            </a:r>
            <a:r>
              <a:rPr sz="590">
                <a:latin typeface="Poppins"/>
              </a:rPr>
              <a:t>A</a:t>
            </a:r>
            <a:r>
              <a:rPr sz="590">
                <a:latin typeface="Poppins"/>
              </a:rPr>
              <a:t>T</a:t>
            </a:r>
            <a:r>
              <a:rPr sz="590">
                <a:latin typeface="Poppins"/>
              </a:rPr>
              <a:t>E</a:t>
            </a:r>
            <a:r>
              <a:rPr sz="590">
                <a:latin typeface="Poppins"/>
              </a:rPr>
              <a:t>S</a:t>
            </a:r>
            <a:r>
              <a:t> </a:t>
            </a:r>
            <a:r>
              <a:rPr sz="590">
                <a:latin typeface="Poppins"/>
              </a:rPr>
              <a:t>R</a:t>
            </a:r>
            <a:r>
              <a:rPr sz="590">
                <a:latin typeface="Poppins"/>
              </a:rPr>
              <a:t>O</a:t>
            </a:r>
            <a:r>
              <a:rPr sz="590">
                <a:latin typeface="Poppins"/>
              </a:rPr>
              <a:t>A</a:t>
            </a:r>
            <a:r>
              <a:rPr sz="590">
                <a:latin typeface="Poppins"/>
              </a:rPr>
              <a:t>D</a:t>
            </a:r>
          </a:p>
          <a:p>
            <a:pPr algn="ctr"/>
            <a:r>
              <a:rPr sz="600">
                <a:latin typeface="Poppins"/>
              </a:rPr>
              <a:t>E</a:t>
            </a:r>
            <a:r>
              <a:rPr sz="600">
                <a:latin typeface="Poppins"/>
              </a:rPr>
              <a:t>M</a:t>
            </a:r>
            <a:r>
              <a:rPr sz="600">
                <a:latin typeface="Poppins"/>
              </a:rPr>
              <a:t>I</a:t>
            </a:r>
            <a:r>
              <a:rPr sz="600">
                <a:latin typeface="Poppins"/>
              </a:rPr>
              <a:t>R</a:t>
            </a:r>
            <a:r>
              <a:rPr sz="600">
                <a:latin typeface="Poppins"/>
              </a:rPr>
              <a:t>A</a:t>
            </a:r>
            <a:r>
              <a:rPr sz="600">
                <a:latin typeface="Poppins"/>
              </a:rPr>
              <a:t>T</a:t>
            </a:r>
            <a:r>
              <a:rPr sz="600">
                <a:latin typeface="Poppins"/>
              </a:rPr>
              <a:t>E</a:t>
            </a:r>
            <a:r>
              <a:rPr sz="600">
                <a:latin typeface="Poppins"/>
              </a:rPr>
              <a:t>S</a:t>
            </a:r>
            <a:r>
              <a:t> </a:t>
            </a:r>
            <a:r>
              <a:rPr sz="600">
                <a:latin typeface="Poppins"/>
              </a:rPr>
              <a:t>R</a:t>
            </a:r>
            <a:r>
              <a:rPr sz="600">
                <a:latin typeface="Poppins"/>
              </a:rPr>
              <a:t>O</a:t>
            </a:r>
            <a:r>
              <a:rPr sz="600">
                <a:latin typeface="Poppins"/>
              </a:rPr>
              <a:t>A</a:t>
            </a:r>
            <a:r>
              <a:rPr sz="600">
                <a:latin typeface="Poppins"/>
              </a:rPr>
              <a:t>D</a:t>
            </a:r>
            <a:r>
              <a:t> </a:t>
            </a:r>
            <a:r>
              <a:rPr sz="1210">
                <a:latin typeface="Poppins"/>
              </a:rPr>
              <a:t>AR</a:t>
            </a:r>
            <a:r>
              <a:rPr sz="1210">
                <a:latin typeface="Poppins"/>
              </a:rPr>
              <a:t>A</a:t>
            </a:r>
            <a:r>
              <a:rPr sz="1210">
                <a:latin typeface="Poppins"/>
              </a:rPr>
              <a:t>BIA</a:t>
            </a:r>
            <a:r>
              <a:rPr sz="1210">
                <a:latin typeface="Poppins"/>
              </a:rPr>
              <a:t>N</a:t>
            </a:r>
            <a:r>
              <a:t> </a:t>
            </a:r>
            <a:r>
              <a:rPr sz="1210">
                <a:latin typeface="Poppins"/>
              </a:rPr>
              <a:t>RANCHES II</a:t>
            </a:r>
            <a:r>
              <a:rPr sz="1210">
                <a:latin typeface="Poppins"/>
              </a:rPr>
              <a:t>I</a:t>
            </a:r>
          </a:p>
          <a:p>
            <a:pPr algn="ctr"/>
            <a:r>
              <a:rPr sz="1100">
                <a:latin typeface="Poppins"/>
              </a:rPr>
              <a:t>D</a:t>
            </a:r>
            <a:r>
              <a:rPr sz="1100">
                <a:latin typeface="Poppins"/>
              </a:rPr>
              <a:t>U</a:t>
            </a:r>
            <a:r>
              <a:rPr sz="1100">
                <a:latin typeface="Poppins"/>
              </a:rPr>
              <a:t>B</a:t>
            </a:r>
            <a:r>
              <a:rPr sz="1100">
                <a:latin typeface="Poppins"/>
              </a:rPr>
              <a:t>A</a:t>
            </a:r>
            <a:r>
              <a:rPr sz="1100">
                <a:latin typeface="Poppins"/>
              </a:rPr>
              <a:t>I</a:t>
            </a:r>
            <a:r>
              <a:t> </a:t>
            </a:r>
            <a:r>
              <a:rPr sz="1100">
                <a:latin typeface="Poppins"/>
              </a:rPr>
              <a:t>-</a:t>
            </a:r>
            <a:r>
              <a:t> </a:t>
            </a:r>
            <a:r>
              <a:rPr sz="1100">
                <a:latin typeface="Poppins"/>
              </a:rPr>
              <a:t>A</a:t>
            </a:r>
            <a:r>
              <a:rPr sz="1100">
                <a:latin typeface="Poppins"/>
              </a:rPr>
              <a:t>L</a:t>
            </a:r>
            <a:r>
              <a:t> </a:t>
            </a:r>
            <a:r>
              <a:rPr sz="1100">
                <a:latin typeface="Poppins"/>
              </a:rPr>
              <a:t>A</a:t>
            </a:r>
            <a:r>
              <a:rPr sz="1100">
                <a:latin typeface="Poppins"/>
              </a:rPr>
              <a:t>I</a:t>
            </a:r>
            <a:r>
              <a:rPr sz="1100">
                <a:latin typeface="Poppins"/>
              </a:rPr>
              <a:t>N</a:t>
            </a:r>
            <a:r>
              <a:t> </a:t>
            </a:r>
            <a:r>
              <a:rPr sz="1100">
                <a:latin typeface="Poppins"/>
              </a:rPr>
              <a:t>R</a:t>
            </a:r>
            <a:r>
              <a:rPr sz="1100">
                <a:latin typeface="Poppins"/>
              </a:rPr>
              <a:t>O</a:t>
            </a:r>
            <a:r>
              <a:rPr sz="1100">
                <a:latin typeface="Poppins"/>
              </a:rPr>
              <a:t>A</a:t>
            </a:r>
            <a:r>
              <a:rPr sz="1100">
                <a:latin typeface="Poppins"/>
              </a:rPr>
              <a:t>D</a:t>
            </a:r>
            <a:r>
              <a:t> </a:t>
            </a:r>
            <a:r>
              <a:rPr sz="600">
                <a:latin typeface="Poppins"/>
              </a:rPr>
              <a:t>E</a:t>
            </a:r>
            <a:r>
              <a:rPr sz="600">
                <a:latin typeface="Poppins"/>
              </a:rPr>
              <a:t>M</a:t>
            </a:r>
            <a:r>
              <a:rPr sz="600">
                <a:latin typeface="Poppins"/>
              </a:rPr>
              <a:t>I</a:t>
            </a:r>
            <a:r>
              <a:rPr sz="600">
                <a:latin typeface="Poppins"/>
              </a:rPr>
              <a:t>R</a:t>
            </a:r>
            <a:r>
              <a:rPr sz="600">
                <a:latin typeface="Poppins"/>
              </a:rPr>
              <a:t>A</a:t>
            </a:r>
            <a:r>
              <a:rPr sz="600">
                <a:latin typeface="Poppins"/>
              </a:rPr>
              <a:t>T</a:t>
            </a:r>
            <a:r>
              <a:rPr sz="600">
                <a:latin typeface="Poppins"/>
              </a:rPr>
              <a:t>E</a:t>
            </a:r>
            <a:r>
              <a:rPr sz="600">
                <a:latin typeface="Poppins"/>
              </a:rPr>
              <a:t>S</a:t>
            </a:r>
            <a:r>
              <a:t> </a:t>
            </a:r>
            <a:r>
              <a:rPr sz="600">
                <a:latin typeface="Poppins"/>
              </a:rPr>
              <a:t>R</a:t>
            </a:r>
            <a:r>
              <a:rPr sz="600">
                <a:latin typeface="Poppins"/>
              </a:rPr>
              <a:t>O</a:t>
            </a:r>
            <a:r>
              <a:rPr sz="600">
                <a:latin typeface="Poppins"/>
              </a:rPr>
              <a:t>A</a:t>
            </a:r>
            <a:r>
              <a:rPr sz="600">
                <a:latin typeface="Poppins"/>
              </a:rPr>
              <a:t>D</a:t>
            </a:r>
          </a:p>
          <a:p>
            <a:pPr algn="ctr"/>
            <a:r>
              <a:rPr sz="1210">
                <a:latin typeface="Poppins"/>
              </a:rPr>
              <a:t>TH</a:t>
            </a:r>
            <a:r>
              <a:rPr sz="1210">
                <a:latin typeface="Poppins"/>
              </a:rPr>
              <a:t>E</a:t>
            </a:r>
            <a:r>
              <a:t> </a:t>
            </a:r>
            <a:r>
              <a:rPr sz="1210">
                <a:latin typeface="Poppins"/>
              </a:rPr>
              <a:t>V</a:t>
            </a:r>
            <a:r>
              <a:rPr sz="1210">
                <a:latin typeface="Poppins"/>
              </a:rPr>
              <a:t>ALLE</a:t>
            </a:r>
            <a:r>
              <a:rPr sz="1210">
                <a:latin typeface="Poppins"/>
              </a:rPr>
              <a:t>Y</a:t>
            </a:r>
          </a:p>
          <a:p>
            <a:r>
              <a:rPr sz="6000">
                <a:latin typeface="Beliau"/>
              </a:rPr>
              <a:t>Perfectly</a:t>
            </a:r>
            <a:r>
              <a:t> </a:t>
            </a:r>
            <a:r>
              <a:rPr sz="1210">
                <a:latin typeface="Poppins"/>
              </a:rPr>
              <a:t>DUB</a:t>
            </a:r>
            <a:r>
              <a:rPr sz="1210">
                <a:latin typeface="Poppins"/>
              </a:rPr>
              <a:t>A</a:t>
            </a:r>
            <a:r>
              <a:rPr sz="1210">
                <a:latin typeface="Poppins"/>
              </a:rPr>
              <a:t>I</a:t>
            </a:r>
            <a:r>
              <a:t> </a:t>
            </a:r>
            <a:r>
              <a:rPr sz="1210">
                <a:latin typeface="Poppins"/>
              </a:rPr>
              <a:t>METR</a:t>
            </a:r>
            <a:r>
              <a:rPr sz="1210">
                <a:latin typeface="Poppins"/>
              </a:rPr>
              <a:t>O</a:t>
            </a:r>
            <a:r>
              <a:rPr sz="1210">
                <a:latin typeface="Poppins"/>
              </a:rPr>
              <a:t> LINE</a:t>
            </a:r>
            <a:r>
              <a:rPr sz="1210">
                <a:latin typeface="Poppins"/>
              </a:rPr>
              <a:t>S</a:t>
            </a:r>
          </a:p>
          <a:p>
            <a:pPr algn="ctr"/>
            <a:r>
              <a:rPr sz="610">
                <a:latin typeface="Poppins"/>
              </a:rPr>
              <a:t>R</a:t>
            </a:r>
            <a:r>
              <a:rPr sz="610">
                <a:latin typeface="Poppins"/>
              </a:rPr>
              <a:t>E</a:t>
            </a:r>
            <a:r>
              <a:rPr sz="610">
                <a:latin typeface="Poppins"/>
              </a:rPr>
              <a:t>D LIN</a:t>
            </a:r>
            <a:r>
              <a:rPr sz="610">
                <a:latin typeface="Poppins"/>
              </a:rPr>
              <a:t>E</a:t>
            </a:r>
            <a:r>
              <a:t> </a:t>
            </a:r>
            <a:r>
              <a:rPr sz="610">
                <a:latin typeface="Poppins"/>
              </a:rPr>
              <a:t>GREEN LIN</a:t>
            </a:r>
            <a:r>
              <a:rPr sz="610">
                <a:latin typeface="Poppins"/>
              </a:rPr>
              <a:t>E</a:t>
            </a:r>
            <a:r>
              <a:rPr sz="6000">
                <a:latin typeface="Beliau"/>
              </a:rPr>
              <a:t>Connected</a:t>
            </a:r>
          </a:p>
          <a:p>
            <a:pPr algn="ctr"/>
            <a:r>
              <a:rPr sz="610">
                <a:latin typeface="Poppins"/>
              </a:rPr>
              <a:t>F</a:t>
            </a:r>
            <a:r>
              <a:rPr sz="610">
                <a:latin typeface="Poppins"/>
              </a:rPr>
              <a:t>UTURE</a:t>
            </a:r>
            <a:r>
              <a:t> </a:t>
            </a:r>
            <a:r>
              <a:rPr sz="610">
                <a:latin typeface="Poppins"/>
              </a:rPr>
              <a:t>BLUE</a:t>
            </a:r>
            <a:r>
              <a:t> </a:t>
            </a:r>
            <a:r>
              <a:rPr sz="610">
                <a:latin typeface="Poppins"/>
              </a:rPr>
              <a:t>LIN</a:t>
            </a:r>
            <a:r>
              <a:rPr sz="610">
                <a:latin typeface="Poppins"/>
              </a:rPr>
              <a:t>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0" y="0"/>
          <a:ext cx="24384000" cy="12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0"/>
                <a:gridCol w="6096000"/>
                <a:gridCol w="6096000"/>
                <a:gridCol w="6096000"/>
              </a:tblGrid>
              <a:tr h="635000">
                <a:tc>
                  <a:txBody>
                    <a:bodyPr/>
                    <a:lstStyle/>
                    <a:p>
                      <a:r>
                        <a:rPr sz="2700">
                          <a:latin typeface="Gotham"/>
                        </a:rPr>
                        <a:t>E</a:t>
                      </a:r>
                      <a:r>
                        <a:rPr sz="2700">
                          <a:latin typeface="Gotham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700">
                          <a:latin typeface="Gotham"/>
                        </a:rPr>
                        <a:t>E</a:t>
                      </a:r>
                      <a:r>
                        <a:rPr sz="2700">
                          <a:latin typeface="Gotham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700">
                          <a:latin typeface="Gotham"/>
                        </a:rPr>
                        <a:t>E</a:t>
                      </a:r>
                      <a:r>
                        <a:rPr sz="2700">
                          <a:latin typeface="Gotham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700">
                          <a:latin typeface="Gotham"/>
                        </a:rPr>
                        <a:t>E</a:t>
                      </a:r>
                      <a:r>
                        <a:rPr sz="2700">
                          <a:latin typeface="Gotham"/>
                        </a:rPr>
                        <a:t>E</a:t>
                      </a:r>
                    </a:p>
                  </a:txBody>
                  <a:tcPr/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2030">
                          <a:latin typeface="Gotham"/>
                        </a:rPr>
                        <a:t>E</a:t>
                      </a:r>
                      <a:r>
                        <a:rPr sz="2030">
                          <a:latin typeface="Gotham"/>
                        </a:rPr>
                        <a:t>E</a:t>
                      </a:r>
                      <a:r>
                        <a:rPr sz="2030">
                          <a:latin typeface="Gotham"/>
                        </a:rPr>
                        <a:t>E</a:t>
                      </a:r>
                      <a:r>
                        <a:rPr sz="2030">
                          <a:latin typeface="Gotham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30">
                          <a:latin typeface="Gotham"/>
                        </a:rPr>
                        <a:t>E</a:t>
                      </a:r>
                      <a:r>
                        <a:rPr sz="2030">
                          <a:latin typeface="Gotham"/>
                        </a:rPr>
                        <a:t>E</a:t>
                      </a:r>
                      <a:r>
                        <a:rPr sz="2030">
                          <a:latin typeface="Gotham"/>
                        </a:rPr>
                        <a:t>E</a:t>
                      </a:r>
                      <a:r>
                        <a:rPr sz="2030">
                          <a:latin typeface="Gotham"/>
                        </a:rPr>
                        <a:t>E</a:t>
                      </a:r>
                      <a:r>
                        <a:rPr sz="2030">
                          <a:latin typeface="Gotham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30">
                          <a:latin typeface="Gotham"/>
                        </a:rPr>
                        <a:t>E</a:t>
                      </a:r>
                      <a:r>
                        <a:rPr sz="2030">
                          <a:latin typeface="Gotham"/>
                        </a:rPr>
                        <a:t>E</a:t>
                      </a:r>
                      <a:r>
                        <a:rPr sz="2030">
                          <a:latin typeface="Gotham"/>
                        </a:rPr>
                        <a:t>E</a:t>
                      </a:r>
                      <a:r>
                        <a:rPr sz="2030">
                          <a:latin typeface="Gotham"/>
                        </a:rPr>
                        <a:t>E</a:t>
                      </a:r>
                      <a:r>
                        <a:rPr sz="2030">
                          <a:latin typeface="Gotham"/>
                        </a:rPr>
                        <a:t>E</a:t>
                      </a:r>
                      <a:r>
                        <a:rPr sz="2030">
                          <a:latin typeface="Gotham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30">
                          <a:latin typeface="Gotham"/>
                        </a:rPr>
                        <a:t>E</a:t>
                      </a:r>
                      <a:r>
                        <a:rPr sz="2030">
                          <a:latin typeface="Gotham"/>
                        </a:rPr>
                        <a:t>E</a:t>
                      </a:r>
                      <a:r>
                        <a:rPr sz="2030">
                          <a:latin typeface="Gotham"/>
                        </a:rPr>
                        <a:t>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33" y="16256000"/>
            <a:ext cx="5715000" cy="380571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0"/>
            <a:ext cx="24384000" cy="16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79">
                <a:latin typeface="Gotham"/>
              </a:rPr>
              <a:t>W</a:t>
            </a:r>
            <a:r>
              <a:rPr sz="3779">
                <a:latin typeface="Gotham"/>
              </a:rPr>
              <a:t>elc</a:t>
            </a:r>
            <a:r>
              <a:rPr sz="3779">
                <a:latin typeface="Gotham"/>
              </a:rPr>
              <a:t>ome t</a:t>
            </a:r>
            <a:r>
              <a:rPr sz="3779">
                <a:latin typeface="Gotham"/>
              </a:rPr>
              <a:t>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189" y="14986000"/>
            <a:ext cx="5715000" cy="4799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0"/>
            <a:ext cx="24384000" cy="16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Gotham"/>
              </a:rPr>
              <a:t>THE PROPER</a:t>
            </a:r>
            <a:r>
              <a:rPr sz="1800">
                <a:latin typeface="Gotham"/>
              </a:rPr>
              <a:t>TY</a:t>
            </a:r>
            <a:r>
              <a:t> </a:t>
            </a:r>
          </a:p>
          <a:p>
            <a:r>
              <a:rPr sz="6000">
                <a:latin typeface="Beliau"/>
              </a:rPr>
              <a:t>Wa</a:t>
            </a:r>
            <a:r>
              <a:rPr sz="6000">
                <a:latin typeface="Beliau"/>
              </a:rPr>
              <a:t>terfron</a:t>
            </a:r>
            <a:r>
              <a:rPr sz="6000">
                <a:latin typeface="Beliau"/>
              </a:rPr>
              <a:t>t</a:t>
            </a:r>
            <a:r>
              <a:t> </a:t>
            </a:r>
            <a:r>
              <a:rPr sz="6000">
                <a:latin typeface="Beliau"/>
              </a:rPr>
              <a:t>Aspira</a:t>
            </a:r>
            <a:r>
              <a:rPr sz="6000">
                <a:latin typeface="Beliau"/>
              </a:rPr>
              <a:t>tions</a:t>
            </a:r>
            <a:r>
              <a:t> </a:t>
            </a:r>
            <a:r>
              <a:rPr sz="6000">
                <a:latin typeface="Beliau"/>
              </a:rPr>
              <a:t>Become Reality</a:t>
            </a:r>
          </a:p>
          <a:p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uck</a:t>
            </a:r>
            <a:r>
              <a:rPr sz="1800">
                <a:latin typeface="Gotham"/>
              </a:rPr>
              <a:t>ed along the pris</a:t>
            </a:r>
            <a:r>
              <a:rPr sz="1800">
                <a:latin typeface="Gotham"/>
              </a:rPr>
              <a:t>tine w</a:t>
            </a:r>
            <a:r>
              <a:rPr sz="1800">
                <a:latin typeface="Gotham"/>
              </a:rPr>
              <a:t>a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ers of Rashid </a:t>
            </a:r>
            <a:r>
              <a:rPr sz="1800">
                <a:latin typeface="Gotham"/>
              </a:rPr>
              <a:t>Y</a:t>
            </a:r>
            <a:r>
              <a:rPr sz="1800">
                <a:latin typeface="Gotham"/>
              </a:rPr>
              <a:t>achts &amp; Marina, Fior </a:t>
            </a:r>
            <a:r>
              <a:rPr sz="1800">
                <a:latin typeface="Gotham"/>
              </a:rPr>
              <a:t>1</a:t>
            </a:r>
            <a:r>
              <a:rPr sz="1800">
                <a:latin typeface="Gotham"/>
              </a:rPr>
              <a:t> un</a:t>
            </a:r>
            <a:r>
              <a:rPr sz="1800">
                <a:latin typeface="Gotham"/>
              </a:rPr>
              <a:t>v</a:t>
            </a:r>
            <a:r>
              <a:rPr sz="1800">
                <a:latin typeface="Gotham"/>
              </a:rPr>
              <a:t>eils a ne</a:t>
            </a:r>
            <a:r>
              <a:rPr sz="1800">
                <a:latin typeface="Gotham"/>
              </a:rPr>
              <a:t>w er</a:t>
            </a:r>
            <a:r>
              <a:rPr sz="1800">
                <a:latin typeface="Gotham"/>
              </a:rPr>
              <a:t>a </a:t>
            </a:r>
            <a:r>
              <a:rPr sz="1800">
                <a:latin typeface="Gotham"/>
              </a:rPr>
              <a:t>of w</a:t>
            </a:r>
            <a:r>
              <a:rPr sz="1800">
                <a:latin typeface="Gotham"/>
              </a:rPr>
              <a:t>a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erfr</a:t>
            </a:r>
            <a:r>
              <a:rPr sz="1800">
                <a:latin typeface="Gotham"/>
              </a:rPr>
              <a:t>ont opulenc</a:t>
            </a:r>
            <a:r>
              <a:rPr sz="1800">
                <a:latin typeface="Gotham"/>
              </a:rPr>
              <a:t>e and e</a:t>
            </a:r>
            <a:r>
              <a:rPr sz="1800">
                <a:latin typeface="Gotham"/>
              </a:rPr>
              <a:t>x</a:t>
            </a:r>
            <a:r>
              <a:rPr sz="1800">
                <a:latin typeface="Gotham"/>
              </a:rPr>
              <a:t>clusivity</a:t>
            </a:r>
            <a:r>
              <a:rPr sz="1800">
                <a:latin typeface="Gotham"/>
              </a:rPr>
              <a:t>. </a:t>
            </a:r>
            <a:r>
              <a:rPr sz="1800">
                <a:latin typeface="Gotham"/>
              </a:rPr>
              <a:t>Embark on a c</a:t>
            </a:r>
            <a:r>
              <a:rPr sz="1800">
                <a:latin typeface="Gotham"/>
              </a:rPr>
              <a:t>onnois</a:t>
            </a:r>
            <a:r>
              <a:rPr sz="1800">
                <a:latin typeface="Gotham"/>
              </a:rPr>
              <a:t>seur</a:t>
            </a:r>
            <a:r>
              <a:rPr sz="1800">
                <a:latin typeface="Gotham"/>
              </a:rPr>
              <a:t>’</a:t>
            </a:r>
            <a:r>
              <a:rPr sz="1800">
                <a:latin typeface="Gotham"/>
              </a:rPr>
              <a:t>s journe</a:t>
            </a:r>
            <a:r>
              <a:rPr sz="1800">
                <a:latin typeface="Gotham"/>
              </a:rPr>
              <a:t>y</a:t>
            </a:r>
            <a:r>
              <a:rPr sz="1800">
                <a:latin typeface="Gotham"/>
              </a:rPr>
              <a:t>, fr</a:t>
            </a:r>
            <a:r>
              <a:rPr sz="1800">
                <a:latin typeface="Gotham"/>
              </a:rPr>
              <a:t>om </a:t>
            </a:r>
            <a:r>
              <a:rPr sz="1800">
                <a:latin typeface="Gotham"/>
              </a:rPr>
              <a:t>br</a:t>
            </a:r>
            <a:r>
              <a:rPr sz="1800">
                <a:latin typeface="Gotham"/>
              </a:rPr>
              <a:t>ea</a:t>
            </a:r>
            <a:r>
              <a:rPr sz="1800">
                <a:latin typeface="Gotham"/>
              </a:rPr>
              <a:t>thtaking marina vis</a:t>
            </a:r>
            <a:r>
              <a:rPr sz="1800">
                <a:latin typeface="Gotham"/>
              </a:rPr>
              <a:t>tas and the allur</a:t>
            </a:r>
            <a:r>
              <a:rPr sz="1800">
                <a:latin typeface="Gotham"/>
              </a:rPr>
              <a:t>e </a:t>
            </a:r>
            <a:r>
              <a:rPr sz="1800">
                <a:latin typeface="Gotham"/>
              </a:rPr>
              <a:t>of Do</a:t>
            </a:r>
            <a:r>
              <a:rPr sz="1800">
                <a:latin typeface="Gotham"/>
              </a:rPr>
              <a:t>wnt</a:t>
            </a:r>
            <a:r>
              <a:rPr sz="1800">
                <a:latin typeface="Gotham"/>
              </a:rPr>
              <a:t>o</a:t>
            </a:r>
            <a:r>
              <a:rPr sz="1800">
                <a:latin typeface="Gotham"/>
              </a:rPr>
              <a:t>wn Dubai sk</a:t>
            </a:r>
            <a:r>
              <a:rPr sz="1800">
                <a:latin typeface="Gotham"/>
              </a:rPr>
              <a:t>yline panor</a:t>
            </a:r>
            <a:r>
              <a:rPr sz="1800">
                <a:latin typeface="Gotham"/>
              </a:rPr>
              <a:t>amas, </a:t>
            </a:r>
            <a:r>
              <a:rPr sz="1800">
                <a:latin typeface="Gotham"/>
              </a:rPr>
              <a:t>c</a:t>
            </a:r>
            <a:r>
              <a:rPr sz="1800">
                <a:latin typeface="Gotham"/>
              </a:rPr>
              <a:t>omplement</a:t>
            </a:r>
            <a:r>
              <a:rPr sz="1800">
                <a:latin typeface="Gotham"/>
              </a:rPr>
              <a:t>ed b</a:t>
            </a:r>
            <a:r>
              <a:rPr sz="1800">
                <a:latin typeface="Gotham"/>
              </a:rPr>
              <a:t>y rich gr</a:t>
            </a:r>
            <a:r>
              <a:rPr sz="1800">
                <a:latin typeface="Gotham"/>
              </a:rPr>
              <a:t>een spac</a:t>
            </a:r>
            <a:r>
              <a:rPr sz="1800">
                <a:latin typeface="Gotham"/>
              </a:rPr>
              <a:t>es and a </a:t>
            </a:r>
            <a:r>
              <a:rPr sz="1800">
                <a:latin typeface="Gotham"/>
              </a:rPr>
              <a:t>liv</a:t>
            </a:r>
            <a:r>
              <a:rPr sz="1800">
                <a:latin typeface="Gotham"/>
              </a:rPr>
              <a:t>ely pr</a:t>
            </a:r>
            <a:r>
              <a:rPr sz="1800">
                <a:latin typeface="Gotham"/>
              </a:rPr>
              <a:t>omenade filled with r</a:t>
            </a:r>
            <a:r>
              <a:rPr sz="1800">
                <a:latin typeface="Gotham"/>
              </a:rPr>
              <a:t>etail, dining, </a:t>
            </a:r>
            <a:r>
              <a:rPr sz="1800">
                <a:latin typeface="Gotham"/>
              </a:rPr>
              <a:t>and leisur</a:t>
            </a:r>
            <a:r>
              <a:rPr sz="1800">
                <a:latin typeface="Gotham"/>
              </a:rPr>
              <a:t>e e</a:t>
            </a:r>
            <a:r>
              <a:rPr sz="1800">
                <a:latin typeface="Gotham"/>
              </a:rPr>
              <a:t>xperienc</a:t>
            </a:r>
            <a:r>
              <a:rPr sz="1800">
                <a:latin typeface="Gotham"/>
              </a:rPr>
              <a:t>es.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256000"/>
            <a:ext cx="5715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613" y="16256000"/>
            <a:ext cx="5715000" cy="380571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0"/>
            <a:ext cx="24384000" cy="16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latin typeface="Gotham"/>
              </a:rPr>
              <a:t>A</a:t>
            </a:r>
            <a:r>
              <a:rPr sz="1800">
                <a:latin typeface="Gotham"/>
              </a:rPr>
              <a:t>t Fior </a:t>
            </a:r>
            <a:r>
              <a:rPr sz="1800">
                <a:latin typeface="Gotham"/>
              </a:rPr>
              <a:t>1</a:t>
            </a:r>
            <a:r>
              <a:rPr sz="1800">
                <a:latin typeface="Gotham"/>
              </a:rPr>
              <a:t>, e</a:t>
            </a:r>
            <a:r>
              <a:rPr sz="1800">
                <a:latin typeface="Gotham"/>
              </a:rPr>
              <a:t>v</a:t>
            </a:r>
            <a:r>
              <a:rPr sz="1800">
                <a:latin typeface="Gotham"/>
              </a:rPr>
              <a:t>ery e</a:t>
            </a:r>
            <a:r>
              <a:rPr sz="1800">
                <a:latin typeface="Gotham"/>
              </a:rPr>
              <a:t>xperienc</a:t>
            </a:r>
            <a:r>
              <a:rPr sz="1800">
                <a:latin typeface="Gotham"/>
              </a:rPr>
              <a:t>e uplifts the spirit. Set agains</a:t>
            </a:r>
            <a:r>
              <a:rPr sz="1800">
                <a:latin typeface="Gotham"/>
              </a:rPr>
              <a:t>t the </a:t>
            </a:r>
          </a:p>
          <a:p>
            <a:pPr algn="ctr"/>
            <a:r>
              <a:rPr sz="6000">
                <a:latin typeface="Beliau"/>
              </a:rPr>
              <a:t>Leisure, Built</a:t>
            </a:r>
          </a:p>
          <a:p>
            <a:pPr algn="ctr"/>
            <a:r>
              <a:rPr sz="1800">
                <a:latin typeface="Gotham"/>
              </a:rPr>
              <a:t>soothing w</a:t>
            </a:r>
            <a:r>
              <a:rPr sz="1800">
                <a:latin typeface="Gotham"/>
              </a:rPr>
              <a:t>a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ers of the marina, lif</a:t>
            </a:r>
            <a:r>
              <a:rPr sz="1800">
                <a:latin typeface="Gotham"/>
              </a:rPr>
              <a:t>e unf</a:t>
            </a:r>
            <a:r>
              <a:rPr sz="1800">
                <a:latin typeface="Gotham"/>
              </a:rPr>
              <a:t>olds eff</a:t>
            </a:r>
            <a:r>
              <a:rPr sz="1800">
                <a:latin typeface="Gotham"/>
              </a:rPr>
              <a:t>ortles</a:t>
            </a:r>
            <a:r>
              <a:rPr sz="1800">
                <a:latin typeface="Gotham"/>
              </a:rPr>
              <a:t>sly</a:t>
            </a:r>
            <a:r>
              <a:rPr sz="1800">
                <a:latin typeface="Gotham"/>
              </a:rPr>
              <a:t>, fr</a:t>
            </a:r>
            <a:r>
              <a:rPr sz="1800">
                <a:latin typeface="Gotham"/>
              </a:rPr>
              <a:t>om </a:t>
            </a:r>
            <a:r>
              <a:rPr sz="1800">
                <a:latin typeface="Gotham"/>
              </a:rPr>
              <a:t>moments of r</a:t>
            </a:r>
            <a:r>
              <a:rPr sz="1800">
                <a:latin typeface="Gotham"/>
              </a:rPr>
              <a:t>elax</a:t>
            </a:r>
            <a:r>
              <a:rPr sz="1800">
                <a:latin typeface="Gotham"/>
              </a:rPr>
              <a:t>a</a:t>
            </a:r>
            <a:r>
              <a:rPr sz="1800">
                <a:latin typeface="Gotham"/>
              </a:rPr>
              <a:t>tion and mindful rituals t</a:t>
            </a:r>
            <a:r>
              <a:rPr sz="1800">
                <a:latin typeface="Gotham"/>
              </a:rPr>
              <a:t>o liv</a:t>
            </a:r>
            <a:r>
              <a:rPr sz="1800">
                <a:latin typeface="Gotham"/>
              </a:rPr>
              <a:t>ely social </a:t>
            </a:r>
            <a:r>
              <a:rPr sz="1800">
                <a:latin typeface="Gotham"/>
              </a:rPr>
              <a:t>int</a:t>
            </a:r>
            <a:r>
              <a:rPr sz="1800">
                <a:latin typeface="Gotham"/>
              </a:rPr>
              <a:t>er</a:t>
            </a:r>
            <a:r>
              <a:rPr sz="1800">
                <a:latin typeface="Gotham"/>
              </a:rPr>
              <a:t>actions. Balanc</a:t>
            </a:r>
            <a:r>
              <a:rPr sz="1800">
                <a:latin typeface="Gotham"/>
              </a:rPr>
              <a:t>e and w</a:t>
            </a:r>
            <a:r>
              <a:rPr sz="1800">
                <a:latin typeface="Gotham"/>
              </a:rPr>
              <a:t>ell-being ar</a:t>
            </a:r>
            <a:r>
              <a:rPr sz="1800">
                <a:latin typeface="Gotham"/>
              </a:rPr>
              <a:t>e a</a:t>
            </a:r>
            <a:r>
              <a:rPr sz="1800">
                <a:latin typeface="Gotham"/>
              </a:rPr>
              <a:t>t the heart of daily </a:t>
            </a:r>
          </a:p>
          <a:p>
            <a:pPr algn="ctr"/>
            <a:r>
              <a:rPr sz="6000">
                <a:latin typeface="Beliau"/>
              </a:rPr>
              <a:t>for Distinction</a:t>
            </a:r>
          </a:p>
          <a:p>
            <a:pPr algn="ctr"/>
            <a:r>
              <a:rPr sz="1800">
                <a:latin typeface="Gotham"/>
              </a:rPr>
              <a:t>lif</a:t>
            </a:r>
            <a:r>
              <a:rPr sz="1800">
                <a:latin typeface="Gotham"/>
              </a:rPr>
              <a:t>e</a:t>
            </a:r>
            <a:r>
              <a:rPr sz="1800">
                <a:latin typeface="Gotham"/>
              </a:rPr>
              <a:t>, wher</a:t>
            </a:r>
            <a:r>
              <a:rPr sz="1800">
                <a:latin typeface="Gotham"/>
              </a:rPr>
              <a:t>e c</a:t>
            </a:r>
            <a:r>
              <a:rPr sz="1800">
                <a:latin typeface="Gotham"/>
              </a:rPr>
              <a:t>onnections ar</a:t>
            </a:r>
            <a:r>
              <a:rPr sz="1800">
                <a:latin typeface="Gotham"/>
              </a:rPr>
              <a:t>e nurtur</a:t>
            </a:r>
            <a:r>
              <a:rPr sz="1800">
                <a:latin typeface="Gotham"/>
              </a:rPr>
              <a:t>ed, memories ar</a:t>
            </a:r>
            <a:r>
              <a:rPr sz="1800">
                <a:latin typeface="Gotham"/>
              </a:rPr>
              <a:t>e made</a:t>
            </a:r>
            <a:r>
              <a:rPr sz="1800">
                <a:latin typeface="Gotham"/>
              </a:rPr>
              <a:t>, </a:t>
            </a:r>
            <a:r>
              <a:rPr sz="1800">
                <a:latin typeface="Gotham"/>
              </a:rPr>
              <a:t>and each da</a:t>
            </a:r>
            <a:r>
              <a:rPr sz="1800">
                <a:latin typeface="Gotham"/>
              </a:rPr>
              <a:t>y t</a:t>
            </a:r>
            <a:r>
              <a:rPr sz="1800">
                <a:latin typeface="Gotham"/>
              </a:rPr>
              <a:t>ells a s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ory of r</a:t>
            </a:r>
            <a:r>
              <a:rPr sz="1800">
                <a:latin typeface="Gotham"/>
              </a:rPr>
              <a:t>efined, timeles</a:t>
            </a:r>
            <a:r>
              <a:rPr sz="1800">
                <a:latin typeface="Gotham"/>
              </a:rPr>
              <a:t>s eleganc</a:t>
            </a:r>
            <a:r>
              <a:rPr sz="1800">
                <a:latin typeface="Gotham"/>
              </a:rPr>
              <a:t>e</a:t>
            </a:r>
            <a:r>
              <a:rPr sz="1800">
                <a:latin typeface="Gotham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37" y="14986000"/>
            <a:ext cx="5715000" cy="46144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0"/>
            <a:ext cx="24384000" cy="16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>
                <a:latin typeface="Gotham"/>
              </a:rPr>
              <a:t>AMENITIES</a:t>
            </a:r>
          </a:p>
          <a:p>
            <a:pPr algn="ctr"/>
            <a:r>
              <a:rPr sz="6000">
                <a:latin typeface="Beliau"/>
              </a:rPr>
              <a:t>Abundan</a:t>
            </a:r>
            <a:r>
              <a:rPr sz="6000">
                <a:latin typeface="Beliau"/>
              </a:rPr>
              <a:t>t Living Where</a:t>
            </a:r>
            <a:r>
              <a:t> </a:t>
            </a:r>
            <a:r>
              <a:rPr sz="6000">
                <a:latin typeface="Beliau"/>
              </a:rPr>
              <a:t>Well-Being Thrives</a:t>
            </a:r>
          </a:p>
          <a:p>
            <a:pPr algn="ctr"/>
            <a:r>
              <a:rPr sz="1800">
                <a:latin typeface="Gotham"/>
              </a:rPr>
              <a:t>W</a:t>
            </a:r>
            <a:r>
              <a:rPr sz="1800">
                <a:latin typeface="Gotham"/>
              </a:rPr>
              <a:t>ithin this azur</a:t>
            </a:r>
            <a:r>
              <a:rPr sz="1800">
                <a:latin typeface="Gotham"/>
              </a:rPr>
              <a:t>e sanctuary</a:t>
            </a:r>
            <a:r>
              <a:rPr sz="1800">
                <a:latin typeface="Gotham"/>
              </a:rPr>
              <a:t>, a dynamic </a:t>
            </a:r>
            <a:r>
              <a:rPr sz="1800">
                <a:latin typeface="Gotham"/>
              </a:rPr>
              <a:t>lif</a:t>
            </a:r>
            <a:r>
              <a:rPr sz="1800">
                <a:latin typeface="Gotham"/>
              </a:rPr>
              <a:t>es</a:t>
            </a:r>
            <a:r>
              <a:rPr sz="1800">
                <a:latin typeface="Gotham"/>
              </a:rPr>
              <a:t>tyle a</a:t>
            </a:r>
            <a:r>
              <a:rPr sz="1800">
                <a:latin typeface="Gotham"/>
              </a:rPr>
              <a:t>w</a:t>
            </a:r>
            <a:r>
              <a:rPr sz="1800">
                <a:latin typeface="Gotham"/>
              </a:rPr>
              <a:t>aits, off</a:t>
            </a:r>
            <a:r>
              <a:rPr sz="1800">
                <a:latin typeface="Gotham"/>
              </a:rPr>
              <a:t>ering spac</a:t>
            </a:r>
            <a:r>
              <a:rPr sz="1800">
                <a:latin typeface="Gotham"/>
              </a:rPr>
              <a:t>e t</a:t>
            </a:r>
            <a:r>
              <a:rPr sz="1800">
                <a:latin typeface="Gotham"/>
              </a:rPr>
              <a:t>o mo</a:t>
            </a:r>
            <a:r>
              <a:rPr sz="1800">
                <a:latin typeface="Gotham"/>
              </a:rPr>
              <a:t>v</a:t>
            </a:r>
            <a:r>
              <a:rPr sz="1800">
                <a:latin typeface="Gotham"/>
              </a:rPr>
              <a:t>e</a:t>
            </a:r>
            <a:r>
              <a:rPr sz="1800">
                <a:latin typeface="Gotham"/>
              </a:rPr>
              <a:t>, </a:t>
            </a:r>
            <a:r>
              <a:rPr sz="1800">
                <a:latin typeface="Gotham"/>
              </a:rPr>
              <a:t>ga</a:t>
            </a:r>
            <a:r>
              <a:rPr sz="1800">
                <a:latin typeface="Gotham"/>
              </a:rPr>
              <a:t>ther</a:t>
            </a:r>
            <a:r>
              <a:rPr sz="1800">
                <a:latin typeface="Gotham"/>
              </a:rPr>
              <a:t>, pla</a:t>
            </a:r>
            <a:r>
              <a:rPr sz="1800">
                <a:latin typeface="Gotham"/>
              </a:rPr>
              <a:t>y</a:t>
            </a:r>
            <a:r>
              <a:rPr sz="1800">
                <a:latin typeface="Gotham"/>
              </a:rPr>
              <a:t>, and gr</a:t>
            </a:r>
            <a:r>
              <a:rPr sz="1800">
                <a:latin typeface="Gotham"/>
              </a:rPr>
              <a:t>o</a:t>
            </a:r>
            <a:r>
              <a:rPr sz="1800">
                <a:latin typeface="Gotham"/>
              </a:rPr>
              <a:t>w</a:t>
            </a:r>
            <a:r>
              <a:rPr sz="1800">
                <a:latin typeface="Gotham"/>
              </a:rPr>
              <a:t>. R</a:t>
            </a:r>
            <a:r>
              <a:rPr sz="1800">
                <a:latin typeface="Gotham"/>
              </a:rPr>
              <a:t>esidents can </a:t>
            </a:r>
            <a:r>
              <a:rPr sz="1800">
                <a:latin typeface="Gotham"/>
              </a:rPr>
              <a:t>embr</a:t>
            </a:r>
            <a:r>
              <a:rPr sz="1800">
                <a:latin typeface="Gotham"/>
              </a:rPr>
              <a:t>ac</a:t>
            </a:r>
            <a:r>
              <a:rPr sz="1800">
                <a:latin typeface="Gotham"/>
              </a:rPr>
              <a:t>e a mosaic of e</a:t>
            </a:r>
            <a:r>
              <a:rPr sz="1800">
                <a:latin typeface="Gotham"/>
              </a:rPr>
              <a:t>xperienc</a:t>
            </a:r>
            <a:r>
              <a:rPr sz="1800">
                <a:latin typeface="Gotham"/>
              </a:rPr>
              <a:t>es, fr</a:t>
            </a:r>
            <a:r>
              <a:rPr sz="1800">
                <a:latin typeface="Gotham"/>
              </a:rPr>
              <a:t>om </a:t>
            </a:r>
            <a:r>
              <a:rPr sz="1800">
                <a:latin typeface="Gotham"/>
              </a:rPr>
              <a:t>vibr</a:t>
            </a:r>
            <a:r>
              <a:rPr sz="1800">
                <a:latin typeface="Gotham"/>
              </a:rPr>
              <a:t>ant social spac</a:t>
            </a:r>
            <a:r>
              <a:rPr sz="1800">
                <a:latin typeface="Gotham"/>
              </a:rPr>
              <a:t>es and peac</a:t>
            </a:r>
            <a:r>
              <a:rPr sz="1800">
                <a:latin typeface="Gotham"/>
              </a:rPr>
              <a:t>eful r</a:t>
            </a:r>
            <a:r>
              <a:rPr sz="1800">
                <a:latin typeface="Gotham"/>
              </a:rPr>
              <a:t>etr</a:t>
            </a:r>
            <a:r>
              <a:rPr sz="1800">
                <a:latin typeface="Gotham"/>
              </a:rPr>
              <a:t>ea</a:t>
            </a:r>
            <a:r>
              <a:rPr sz="1800">
                <a:latin typeface="Gotham"/>
              </a:rPr>
              <a:t>ts. </a:t>
            </a:r>
            <a:r>
              <a:rPr sz="1800">
                <a:latin typeface="Gotham"/>
              </a:rPr>
              <a:t>R</a:t>
            </a:r>
            <a:r>
              <a:rPr sz="1800">
                <a:latin typeface="Gotham"/>
              </a:rPr>
              <a:t>oot</a:t>
            </a:r>
            <a:r>
              <a:rPr sz="1800">
                <a:latin typeface="Gotham"/>
              </a:rPr>
              <a:t>ed in the es</a:t>
            </a:r>
            <a:r>
              <a:rPr sz="1800">
                <a:latin typeface="Gotham"/>
              </a:rPr>
              <a:t>senc</a:t>
            </a:r>
            <a:r>
              <a:rPr sz="1800">
                <a:latin typeface="Gotham"/>
              </a:rPr>
              <a:t>e of holis</a:t>
            </a:r>
            <a:r>
              <a:rPr sz="1800">
                <a:latin typeface="Gotham"/>
              </a:rPr>
              <a:t>tic living,</a:t>
            </a:r>
            <a:r>
              <a:t> </a:t>
            </a:r>
            <a:r>
              <a:rPr sz="1800">
                <a:latin typeface="Gotham"/>
              </a:rPr>
              <a:t>Fior </a:t>
            </a:r>
            <a:r>
              <a:rPr sz="1800">
                <a:latin typeface="Gotham"/>
              </a:rPr>
              <a:t>1</a:t>
            </a:r>
            <a:r>
              <a:rPr sz="1800">
                <a:latin typeface="Gotham"/>
              </a:rPr>
              <a:t> s</a:t>
            </a:r>
            <a:r>
              <a:rPr sz="1800">
                <a:latin typeface="Gotham"/>
              </a:rPr>
              <a:t>tands as a ga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e</a:t>
            </a:r>
            <a:r>
              <a:rPr sz="1800">
                <a:latin typeface="Gotham"/>
              </a:rPr>
              <a:t>w</a:t>
            </a:r>
            <a:r>
              <a:rPr sz="1800">
                <a:latin typeface="Gotham"/>
              </a:rPr>
              <a:t>a</a:t>
            </a:r>
            <a:r>
              <a:rPr sz="1800">
                <a:latin typeface="Gotham"/>
              </a:rPr>
              <a:t>y t</a:t>
            </a:r>
            <a:r>
              <a:rPr sz="1800">
                <a:latin typeface="Gotham"/>
              </a:rPr>
              <a:t>o a true sense of </a:t>
            </a:r>
            <a:r>
              <a:rPr sz="1800">
                <a:latin typeface="Gotham"/>
              </a:rPr>
              <a:t>c</a:t>
            </a:r>
            <a:r>
              <a:rPr sz="1800">
                <a:latin typeface="Gotham"/>
              </a:rPr>
              <a:t>ommunity</a:t>
            </a:r>
            <a:r>
              <a:rPr sz="1800">
                <a:latin typeface="Gotham"/>
              </a:rPr>
              <a:t>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0" y="0"/>
          <a:ext cx="24384000" cy="12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/>
                <a:gridCol w="12192000"/>
              </a:tblGrid>
              <a:tr h="635000"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Proxima Nova A"/>
                        </a:rPr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.</a:t>
                      </a:r>
                    </a:p>
                  </a:txBody>
                  <a:tcPr/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0" y="0"/>
          <a:ext cx="24384000" cy="12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/>
                <a:gridCol w="12192000"/>
              </a:tblGrid>
              <a:tr h="635000"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</a:p>
                  </a:txBody>
                  <a:tcPr/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0" y="0"/>
          <a:ext cx="24384000" cy="12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/>
                <a:gridCol w="12192000"/>
              </a:tblGrid>
              <a:tr h="317500"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</a:p>
                  </a:txBody>
                  <a:tcPr/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</a:p>
                  </a:txBody>
                  <a:tcPr/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</a:p>
                  </a:txBody>
                  <a:tcPr/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.</a:t>
                      </a:r>
                      <a:r>
                        <a:rPr sz="1500">
                          <a:latin typeface="Gotham"/>
                        </a:rPr>
                        <a:t>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530" y="16256000"/>
            <a:ext cx="5715000" cy="380429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9060" y="16256000"/>
            <a:ext cx="5715000" cy="10787593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512" y="10871195"/>
            <a:ext cx="5484862" cy="54848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0"/>
            <a:ext cx="24384000" cy="16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>
                <a:latin typeface="Beliau"/>
              </a:rPr>
              <a:t>Bold by Design,</a:t>
            </a:r>
            <a:r>
              <a:t> </a:t>
            </a:r>
            <a:r>
              <a:rPr sz="6000">
                <a:latin typeface="Beliau"/>
              </a:rPr>
              <a:t>Refined by Detail </a:t>
            </a:r>
          </a:p>
          <a:p>
            <a:pPr algn="ctr"/>
            <a:r>
              <a:rPr sz="1800">
                <a:latin typeface="Gotham"/>
              </a:rPr>
              <a:t>Ex</a:t>
            </a:r>
            <a:r>
              <a:rPr sz="1800">
                <a:latin typeface="Gotham"/>
              </a:rPr>
              <a:t>quisit</a:t>
            </a:r>
            <a:r>
              <a:rPr sz="1800">
                <a:latin typeface="Gotham"/>
              </a:rPr>
              <a:t>ely en</a:t>
            </a:r>
            <a:r>
              <a:rPr sz="1800">
                <a:latin typeface="Gotham"/>
              </a:rPr>
              <a:t>visioned and designed, Fior </a:t>
            </a:r>
            <a:r>
              <a:rPr sz="1800">
                <a:latin typeface="Gotham"/>
              </a:rPr>
              <a:t>1</a:t>
            </a:r>
            <a:r>
              <a:rPr sz="1800">
                <a:latin typeface="Gotham"/>
              </a:rPr>
              <a:t> s</a:t>
            </a:r>
            <a:r>
              <a:rPr sz="1800">
                <a:latin typeface="Gotham"/>
              </a:rPr>
              <a:t>tands as </a:t>
            </a:r>
            <a:r>
              <a:rPr sz="1800">
                <a:latin typeface="Gotham"/>
              </a:rPr>
              <a:t>a s</a:t>
            </a:r>
            <a:r>
              <a:rPr sz="1800">
                <a:latin typeface="Gotham"/>
              </a:rPr>
              <a:t>triking ar</a:t>
            </a:r>
            <a:r>
              <a:rPr sz="1800">
                <a:latin typeface="Gotham"/>
              </a:rPr>
              <a:t>chit</a:t>
            </a:r>
            <a:r>
              <a:rPr sz="1800">
                <a:latin typeface="Gotham"/>
              </a:rPr>
              <a:t>ectur</a:t>
            </a:r>
            <a:r>
              <a:rPr sz="1800">
                <a:latin typeface="Gotham"/>
              </a:rPr>
              <a:t>al s</a:t>
            </a:r>
            <a:r>
              <a:rPr sz="1800">
                <a:latin typeface="Gotham"/>
              </a:rPr>
              <a:t>ta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ement a</a:t>
            </a:r>
            <a:r>
              <a:rPr sz="1800">
                <a:latin typeface="Gotham"/>
              </a:rPr>
              <a:t>t Rashid Y</a:t>
            </a:r>
            <a:r>
              <a:rPr sz="1800">
                <a:latin typeface="Gotham"/>
              </a:rPr>
              <a:t>achts &amp; </a:t>
            </a:r>
            <a:r>
              <a:rPr sz="1800">
                <a:latin typeface="Gotham"/>
              </a:rPr>
              <a:t>Marina. T</a:t>
            </a:r>
            <a:r>
              <a:rPr sz="1800">
                <a:latin typeface="Gotham"/>
              </a:rPr>
              <a:t>his landmark fuses Dubai’</a:t>
            </a:r>
            <a:r>
              <a:rPr sz="1800">
                <a:latin typeface="Gotham"/>
              </a:rPr>
              <a:t>s maritime heritage </a:t>
            </a:r>
            <a:r>
              <a:rPr sz="1800">
                <a:latin typeface="Gotham"/>
              </a:rPr>
              <a:t>with c</a:t>
            </a:r>
            <a:r>
              <a:rPr sz="1800">
                <a:latin typeface="Gotham"/>
              </a:rPr>
              <a:t>ont</a:t>
            </a:r>
            <a:r>
              <a:rPr sz="1800">
                <a:latin typeface="Gotham"/>
              </a:rPr>
              <a:t>empor</a:t>
            </a:r>
            <a:r>
              <a:rPr sz="1800">
                <a:latin typeface="Gotham"/>
              </a:rPr>
              <a:t>ary lux</a:t>
            </a:r>
            <a:r>
              <a:rPr sz="1800">
                <a:latin typeface="Gotham"/>
              </a:rPr>
              <a:t>ury</a:t>
            </a:r>
            <a:r>
              <a:rPr sz="1800">
                <a:latin typeface="Gotham"/>
              </a:rPr>
              <a:t>, balancing sophis</a:t>
            </a:r>
            <a:r>
              <a:rPr sz="1800">
                <a:latin typeface="Gotham"/>
              </a:rPr>
              <a:t>tica</a:t>
            </a:r>
            <a:r>
              <a:rPr sz="1800">
                <a:latin typeface="Gotham"/>
              </a:rPr>
              <a:t>tion </a:t>
            </a:r>
            <a:r>
              <a:rPr sz="1800">
                <a:latin typeface="Gotham"/>
              </a:rPr>
              <a:t>and ser</a:t>
            </a:r>
            <a:r>
              <a:rPr sz="1800">
                <a:latin typeface="Gotham"/>
              </a:rPr>
              <a:t>enity</a:t>
            </a:r>
            <a:r>
              <a:rPr sz="1800">
                <a:latin typeface="Gotham"/>
              </a:rPr>
              <a:t>. T</a:t>
            </a:r>
            <a:r>
              <a:rPr sz="1800">
                <a:latin typeface="Gotham"/>
              </a:rPr>
              <a:t>he f</a:t>
            </a:r>
            <a:r>
              <a:rPr sz="1800">
                <a:latin typeface="Gotham"/>
              </a:rPr>
              <a:t>acade opens t</a:t>
            </a:r>
            <a:r>
              <a:rPr sz="1800">
                <a:latin typeface="Gotham"/>
              </a:rPr>
              <a:t>o the marina and </a:t>
            </a:r>
            <a:r>
              <a:rPr sz="1800">
                <a:latin typeface="Gotham"/>
              </a:rPr>
              <a:t>sk</a:t>
            </a:r>
            <a:r>
              <a:rPr sz="1800">
                <a:latin typeface="Gotham"/>
              </a:rPr>
              <a:t>yline</a:t>
            </a:r>
            <a:r>
              <a:rPr sz="1800">
                <a:latin typeface="Gotham"/>
              </a:rPr>
              <a:t>, amplifying vie</a:t>
            </a:r>
            <a:r>
              <a:rPr sz="1800">
                <a:latin typeface="Gotham"/>
              </a:rPr>
              <a:t>w</a:t>
            </a:r>
            <a:r>
              <a:rPr sz="1800">
                <a:latin typeface="Gotham"/>
              </a:rPr>
              <a:t>s, light, and priv</a:t>
            </a:r>
            <a:r>
              <a:rPr sz="1800">
                <a:latin typeface="Gotham"/>
              </a:rPr>
              <a:t>ac</a:t>
            </a:r>
            <a:r>
              <a:rPr sz="1800">
                <a:latin typeface="Gotham"/>
              </a:rPr>
              <a:t>y</a:t>
            </a:r>
            <a:r>
              <a:rPr sz="1800">
                <a:latin typeface="Gotham"/>
              </a:rPr>
              <a:t>, while </a:t>
            </a:r>
            <a:r>
              <a:rPr sz="1800">
                <a:latin typeface="Gotham"/>
              </a:rPr>
              <a:t>e</a:t>
            </a:r>
            <a:r>
              <a:rPr sz="1800">
                <a:latin typeface="Gotham"/>
              </a:rPr>
              <a:t>v</a:t>
            </a:r>
            <a:r>
              <a:rPr sz="1800">
                <a:latin typeface="Gotham"/>
              </a:rPr>
              <a:t>ery detail r</a:t>
            </a:r>
            <a:r>
              <a:rPr sz="1800">
                <a:latin typeface="Gotham"/>
              </a:rPr>
              <a:t>eects ele</a:t>
            </a:r>
            <a:r>
              <a:rPr sz="1800">
                <a:latin typeface="Gotham"/>
              </a:rPr>
              <a:t>v</a:t>
            </a:r>
            <a:r>
              <a:rPr sz="1800">
                <a:latin typeface="Gotham"/>
              </a:rPr>
              <a:t>a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ed design.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559" y="16256000"/>
            <a:ext cx="5715000" cy="38078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374" y="16256000"/>
            <a:ext cx="5715000" cy="99037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0"/>
            <a:ext cx="24384000" cy="16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Gotham"/>
              </a:rPr>
              <a:t>RESIDENTIAL UNIT TYPES</a:t>
            </a:r>
          </a:p>
          <a:p>
            <a:pPr algn="ctr"/>
            <a:r>
              <a:rPr sz="6000">
                <a:latin typeface="Beliau"/>
              </a:rPr>
              <a:t>Cultiv</a:t>
            </a:r>
            <a:r>
              <a:rPr sz="6000">
                <a:latin typeface="Beliau"/>
              </a:rPr>
              <a:t>a</a:t>
            </a:r>
            <a:r>
              <a:rPr sz="6000">
                <a:latin typeface="Beliau"/>
              </a:rPr>
              <a:t>ting </a:t>
            </a:r>
            <a:r>
              <a:rPr sz="6000">
                <a:latin typeface="Beliau"/>
              </a:rPr>
              <a:t>Curiosity 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2482" y="10880328"/>
            <a:ext cx="5490170" cy="55046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0"/>
            <a:ext cx="24384000" cy="16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latin typeface="Gotham"/>
              </a:rPr>
              <a:t>Indulge in r</a:t>
            </a:r>
            <a:r>
              <a:rPr sz="1800">
                <a:latin typeface="Gotham"/>
              </a:rPr>
              <a:t>es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or</a:t>
            </a:r>
            <a:r>
              <a:rPr sz="1800">
                <a:latin typeface="Gotham"/>
              </a:rPr>
              <a:t>a</a:t>
            </a:r>
            <a:r>
              <a:rPr sz="1800">
                <a:latin typeface="Gotham"/>
              </a:rPr>
              <a:t>tiv</a:t>
            </a:r>
            <a:r>
              <a:rPr sz="1800">
                <a:latin typeface="Gotham"/>
              </a:rPr>
              <a:t>e and nurturing plac</a:t>
            </a:r>
            <a:r>
              <a:rPr sz="1800">
                <a:latin typeface="Gotham"/>
              </a:rPr>
              <a:t>es, </a:t>
            </a:r>
            <a:r>
              <a:rPr sz="1800">
                <a:latin typeface="Gotham"/>
              </a:rPr>
              <a:t>all fr</a:t>
            </a:r>
            <a:r>
              <a:rPr sz="1800">
                <a:latin typeface="Gotham"/>
              </a:rPr>
              <a:t>amed b</a:t>
            </a:r>
            <a:r>
              <a:rPr sz="1800">
                <a:latin typeface="Gotham"/>
              </a:rPr>
              <a:t>y the calming w</a:t>
            </a:r>
            <a:r>
              <a:rPr sz="1800">
                <a:latin typeface="Gotham"/>
              </a:rPr>
              <a:t>a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erfr</a:t>
            </a:r>
            <a:r>
              <a:rPr sz="1800">
                <a:latin typeface="Gotham"/>
              </a:rPr>
              <a:t>ont </a:t>
            </a:r>
            <a:r>
              <a:rPr sz="1800">
                <a:latin typeface="Gotham"/>
              </a:rPr>
              <a:t>opulenc</a:t>
            </a:r>
            <a:r>
              <a:rPr sz="1800">
                <a:latin typeface="Gotham"/>
              </a:rPr>
              <a:t>e</a:t>
            </a:r>
            <a:r>
              <a:rPr sz="1800">
                <a:latin typeface="Gotham"/>
              </a:rPr>
              <a:t>. Off</a:t>
            </a:r>
            <a:r>
              <a:rPr sz="1800">
                <a:latin typeface="Gotham"/>
              </a:rPr>
              <a:t>ering 1 t</a:t>
            </a:r>
            <a:r>
              <a:rPr sz="1800">
                <a:latin typeface="Gotham"/>
              </a:rPr>
              <a:t>o 3-bedr</a:t>
            </a:r>
            <a:r>
              <a:rPr sz="1800">
                <a:latin typeface="Gotham"/>
              </a:rPr>
              <a:t>oom </a:t>
            </a:r>
            <a:r>
              <a:rPr sz="1800">
                <a:latin typeface="Gotham"/>
              </a:rPr>
              <a:t>apartments, each home c</a:t>
            </a:r>
            <a:r>
              <a:rPr sz="1800">
                <a:latin typeface="Gotham"/>
              </a:rPr>
              <a:t>ombines unriv</a:t>
            </a:r>
            <a:r>
              <a:rPr sz="1800">
                <a:latin typeface="Gotham"/>
              </a:rPr>
              <a:t>aled </a:t>
            </a:r>
            <a:r>
              <a:rPr sz="1800">
                <a:latin typeface="Gotham"/>
              </a:rPr>
              <a:t>s</a:t>
            </a:r>
            <a:r>
              <a:rPr sz="1800">
                <a:latin typeface="Gotham"/>
              </a:rPr>
              <a:t>tyle with r</a:t>
            </a:r>
            <a:r>
              <a:rPr sz="1800">
                <a:latin typeface="Gotham"/>
              </a:rPr>
              <a:t>efined ar</a:t>
            </a:r>
            <a:r>
              <a:rPr sz="1800">
                <a:latin typeface="Gotham"/>
              </a:rPr>
              <a:t>chit</a:t>
            </a:r>
            <a:r>
              <a:rPr sz="1800">
                <a:latin typeface="Gotham"/>
              </a:rPr>
              <a:t>ectur</a:t>
            </a:r>
            <a:r>
              <a:rPr sz="1800">
                <a:latin typeface="Gotham"/>
              </a:rPr>
              <a:t>al pr</a:t>
            </a:r>
            <a:r>
              <a:rPr sz="1800">
                <a:latin typeface="Gotham"/>
              </a:rPr>
              <a:t>ecision, </a:t>
            </a:r>
            <a:r>
              <a:rPr sz="1800">
                <a:latin typeface="Gotham"/>
              </a:rPr>
              <a:t>c</a:t>
            </a:r>
            <a:r>
              <a:rPr sz="1800">
                <a:latin typeface="Gotham"/>
              </a:rPr>
              <a:t>omplement</a:t>
            </a:r>
            <a:r>
              <a:rPr sz="1800">
                <a:latin typeface="Gotham"/>
              </a:rPr>
              <a:t>ed b</a:t>
            </a:r>
            <a:r>
              <a:rPr sz="1800">
                <a:latin typeface="Gotham"/>
              </a:rPr>
              <a:t>y c</a:t>
            </a:r>
            <a:r>
              <a:rPr sz="1800">
                <a:latin typeface="Gotham"/>
              </a:rPr>
              <a:t>ont</a:t>
            </a:r>
            <a:r>
              <a:rPr sz="1800">
                <a:latin typeface="Gotham"/>
              </a:rPr>
              <a:t>empor</a:t>
            </a:r>
            <a:r>
              <a:rPr sz="1800">
                <a:latin typeface="Gotham"/>
              </a:rPr>
              <a:t>ary elements </a:t>
            </a:r>
            <a:r>
              <a:rPr sz="1800">
                <a:latin typeface="Gotham"/>
              </a:rPr>
              <a:t>and la</a:t>
            </a:r>
            <a:r>
              <a:rPr sz="1800">
                <a:latin typeface="Gotham"/>
              </a:rPr>
              <a:t>y</a:t>
            </a:r>
            <a:r>
              <a:rPr sz="1800">
                <a:latin typeface="Gotham"/>
              </a:rPr>
              <a:t>outs tha</a:t>
            </a:r>
            <a:r>
              <a:rPr sz="1800">
                <a:latin typeface="Gotham"/>
              </a:rPr>
              <a:t>t maximiz</a:t>
            </a:r>
            <a:r>
              <a:rPr sz="1800">
                <a:latin typeface="Gotham"/>
              </a:rPr>
              <a:t>e w</a:t>
            </a:r>
            <a:r>
              <a:rPr sz="1800">
                <a:latin typeface="Gotham"/>
              </a:rPr>
              <a:t>a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erfr</a:t>
            </a:r>
            <a:r>
              <a:rPr sz="1800">
                <a:latin typeface="Gotham"/>
              </a:rPr>
              <a:t>ont vie</a:t>
            </a:r>
            <a:r>
              <a:rPr sz="1800">
                <a:latin typeface="Gotham"/>
              </a:rPr>
              <a:t>w</a:t>
            </a:r>
            <a:r>
              <a:rPr sz="1800">
                <a:latin typeface="Gotham"/>
              </a:rPr>
              <a:t>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12" y="16256000"/>
            <a:ext cx="5715000" cy="380571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3817" y="16272143"/>
            <a:ext cx="5715000" cy="60012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0"/>
            <a:ext cx="24384000" cy="16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Gotham"/>
              </a:rPr>
              <a:t>INTERIORS</a:t>
            </a:r>
          </a:p>
          <a:p>
            <a:r>
              <a:rPr sz="6000">
                <a:latin typeface="Beliau"/>
              </a:rPr>
              <a:t>In</a:t>
            </a:r>
            <a:r>
              <a:rPr sz="6000">
                <a:latin typeface="Beliau"/>
              </a:rPr>
              <a:t>tima</a:t>
            </a:r>
            <a:r>
              <a:rPr sz="6000">
                <a:latin typeface="Beliau"/>
              </a:rPr>
              <a:t>te L</a:t>
            </a:r>
            <a:r>
              <a:rPr sz="6000">
                <a:latin typeface="Beliau"/>
              </a:rPr>
              <a:t>uxury,</a:t>
            </a:r>
            <a:r>
              <a:t> </a:t>
            </a:r>
            <a:r>
              <a:rPr sz="6000">
                <a:latin typeface="Beliau"/>
              </a:rPr>
              <a:t>Harmonious </a:t>
            </a:r>
            <a:r>
              <a:rPr sz="6000">
                <a:latin typeface="Beliau"/>
              </a:rPr>
              <a:t>Spaces</a:t>
            </a:r>
          </a:p>
          <a:p>
            <a:r>
              <a:rPr sz="1800">
                <a:latin typeface="Gotham"/>
              </a:rPr>
              <a:t>Each r</a:t>
            </a:r>
            <a:r>
              <a:rPr sz="1800">
                <a:latin typeface="Gotham"/>
              </a:rPr>
              <a:t>oom e</a:t>
            </a:r>
            <a:r>
              <a:rPr sz="1800">
                <a:latin typeface="Gotham"/>
              </a:rPr>
              <a:t>v</a:t>
            </a:r>
            <a:r>
              <a:rPr sz="1800">
                <a:latin typeface="Gotham"/>
              </a:rPr>
              <a:t>ok</a:t>
            </a:r>
            <a:r>
              <a:rPr sz="1800">
                <a:latin typeface="Gotham"/>
              </a:rPr>
              <a:t>es a sense of r</a:t>
            </a:r>
            <a:r>
              <a:rPr sz="1800">
                <a:latin typeface="Gotham"/>
              </a:rPr>
              <a:t>efined </a:t>
            </a:r>
            <a:r>
              <a:rPr sz="1800">
                <a:latin typeface="Gotham"/>
              </a:rPr>
              <a:t>calm, with neutr</a:t>
            </a:r>
            <a:r>
              <a:rPr sz="1800">
                <a:latin typeface="Gotham"/>
              </a:rPr>
              <a:t>al c</a:t>
            </a:r>
            <a:r>
              <a:rPr sz="1800">
                <a:latin typeface="Gotham"/>
              </a:rPr>
              <a:t>olor palett</a:t>
            </a:r>
            <a:r>
              <a:rPr sz="1800">
                <a:latin typeface="Gotham"/>
              </a:rPr>
              <a:t>es and </a:t>
            </a:r>
            <a:r>
              <a:rPr sz="1800">
                <a:latin typeface="Gotham"/>
              </a:rPr>
              <a:t>c</a:t>
            </a:r>
            <a:r>
              <a:rPr sz="1800">
                <a:latin typeface="Gotham"/>
              </a:rPr>
              <a:t>ur</a:t>
            </a:r>
            <a:r>
              <a:rPr sz="1800">
                <a:latin typeface="Gotham"/>
              </a:rPr>
              <a:t>a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ed furnishings cr</a:t>
            </a:r>
            <a:r>
              <a:rPr sz="1800">
                <a:latin typeface="Gotham"/>
              </a:rPr>
              <a:t>ea</a:t>
            </a:r>
            <a:r>
              <a:rPr sz="1800">
                <a:latin typeface="Gotham"/>
              </a:rPr>
              <a:t>ting an intima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e </a:t>
            </a:r>
            <a:r>
              <a:rPr sz="1800">
                <a:latin typeface="Gotham"/>
              </a:rPr>
              <a:t>ambianc</a:t>
            </a:r>
            <a:r>
              <a:rPr sz="1800">
                <a:latin typeface="Gotham"/>
              </a:rPr>
              <a:t>e of eleganc</a:t>
            </a:r>
            <a:r>
              <a:rPr sz="1800">
                <a:latin typeface="Gotham"/>
              </a:rPr>
              <a:t>e and calm. T</a:t>
            </a:r>
            <a:r>
              <a:rPr sz="1800">
                <a:latin typeface="Gotham"/>
              </a:rPr>
              <a:t>he </a:t>
            </a:r>
            <a:r>
              <a:rPr sz="1800">
                <a:latin typeface="Gotham"/>
              </a:rPr>
              <a:t>v</a:t>
            </a:r>
            <a:r>
              <a:rPr sz="1800">
                <a:latin typeface="Gotham"/>
              </a:rPr>
              <a:t>ery es</a:t>
            </a:r>
            <a:r>
              <a:rPr sz="1800">
                <a:latin typeface="Gotham"/>
              </a:rPr>
              <a:t>senc</a:t>
            </a:r>
            <a:r>
              <a:rPr sz="1800">
                <a:latin typeface="Gotham"/>
              </a:rPr>
              <a:t>e of sophis</a:t>
            </a:r>
            <a:r>
              <a:rPr sz="1800">
                <a:latin typeface="Gotham"/>
              </a:rPr>
              <a:t>tica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ed lif</a:t>
            </a:r>
            <a:r>
              <a:rPr sz="1800">
                <a:latin typeface="Gotham"/>
              </a:rPr>
              <a:t>es</a:t>
            </a:r>
            <a:r>
              <a:rPr sz="1800">
                <a:latin typeface="Gotham"/>
              </a:rPr>
              <a:t>tyle </a:t>
            </a:r>
            <a:r>
              <a:rPr sz="1800">
                <a:latin typeface="Gotham"/>
              </a:rPr>
              <a:t>and e</a:t>
            </a:r>
            <a:r>
              <a:rPr sz="1800">
                <a:latin typeface="Gotham"/>
              </a:rPr>
              <a:t>xpert cr</a:t>
            </a:r>
            <a:r>
              <a:rPr sz="1800">
                <a:latin typeface="Gotham"/>
              </a:rPr>
              <a:t>aftsmanship w</a:t>
            </a:r>
            <a:r>
              <a:rPr sz="1800">
                <a:latin typeface="Gotham"/>
              </a:rPr>
              <a:t>arms </a:t>
            </a:r>
            <a:r>
              <a:rPr sz="1800">
                <a:latin typeface="Gotham"/>
              </a:rPr>
              <a:t>these dis</a:t>
            </a:r>
            <a:r>
              <a:rPr sz="1800">
                <a:latin typeface="Gotham"/>
              </a:rPr>
              <a:t>tinctiv</a:t>
            </a:r>
            <a:r>
              <a:rPr sz="1800">
                <a:latin typeface="Gotham"/>
              </a:rPr>
              <a:t>e homes, giving them a </a:t>
            </a:r>
            <a:r>
              <a:rPr sz="1800">
                <a:latin typeface="Gotham"/>
              </a:rPr>
              <a:t>signa</a:t>
            </a:r>
            <a:r>
              <a:rPr sz="1800">
                <a:latin typeface="Gotham"/>
              </a:rPr>
              <a:t>tur</a:t>
            </a:r>
            <a:r>
              <a:rPr sz="1800">
                <a:latin typeface="Gotham"/>
              </a:rPr>
              <a:t>e design identity</a:t>
            </a:r>
            <a:r>
              <a:rPr sz="1800">
                <a:latin typeface="Gotham"/>
              </a:rPr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168" y="4695518"/>
            <a:ext cx="3438398" cy="34383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256000"/>
            <a:ext cx="5715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675" y="16272164"/>
            <a:ext cx="5715000" cy="381071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735" y="15002444"/>
            <a:ext cx="5715000" cy="46211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0"/>
            <a:ext cx="24384000" cy="16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latin typeface="Gotham"/>
              </a:rPr>
              <a:t>NEARB</a:t>
            </a:r>
            <a:r>
              <a:rPr sz="1800">
                <a:latin typeface="Gotham"/>
              </a:rPr>
              <a:t>Y A</a:t>
            </a:r>
            <a:r>
              <a:rPr sz="1800">
                <a:latin typeface="Gotham"/>
              </a:rPr>
              <a:t>TTRA</a:t>
            </a:r>
            <a:r>
              <a:rPr sz="1800">
                <a:latin typeface="Gotham"/>
              </a:rPr>
              <a:t>CTIONS</a:t>
            </a:r>
          </a:p>
          <a:p>
            <a:pPr algn="ctr"/>
            <a:r>
              <a:rPr sz="6000">
                <a:latin typeface="Beliau"/>
              </a:rPr>
              <a:t>Premier</a:t>
            </a:r>
            <a:r>
              <a:t> </a:t>
            </a:r>
            <a:r>
              <a:rPr sz="6000">
                <a:latin typeface="Beliau"/>
              </a:rPr>
              <a:t>Superyacht</a:t>
            </a:r>
            <a:r>
              <a:t> </a:t>
            </a:r>
            <a:r>
              <a:rPr sz="6000">
                <a:latin typeface="Beliau"/>
              </a:rPr>
              <a:t>Club</a:t>
            </a:r>
          </a:p>
          <a:p>
            <a:pPr algn="ctr"/>
            <a:r>
              <a:rPr sz="1800">
                <a:latin typeface="Gotham"/>
              </a:rPr>
              <a:t>A</a:t>
            </a:r>
            <a:r>
              <a:rPr sz="1800">
                <a:latin typeface="Gotham"/>
              </a:rPr>
              <a:t>t the v</a:t>
            </a:r>
            <a:r>
              <a:rPr sz="1800">
                <a:latin typeface="Gotham"/>
              </a:rPr>
              <a:t>ery heart of Rashid Y</a:t>
            </a:r>
            <a:r>
              <a:rPr sz="1800">
                <a:latin typeface="Gotham"/>
              </a:rPr>
              <a:t>achts &amp; </a:t>
            </a:r>
            <a:r>
              <a:rPr sz="1800">
                <a:latin typeface="Gotham"/>
              </a:rPr>
              <a:t>Marina lies a w</a:t>
            </a:r>
            <a:r>
              <a:rPr sz="1800">
                <a:latin typeface="Gotham"/>
              </a:rPr>
              <a:t>orld-clas</a:t>
            </a:r>
            <a:r>
              <a:rPr sz="1800">
                <a:latin typeface="Gotham"/>
              </a:rPr>
              <a:t>s des</a:t>
            </a:r>
            <a:r>
              <a:rPr sz="1800">
                <a:latin typeface="Gotham"/>
              </a:rPr>
              <a:t>tina</a:t>
            </a:r>
            <a:r>
              <a:rPr sz="1800">
                <a:latin typeface="Gotham"/>
              </a:rPr>
              <a:t>tion f</a:t>
            </a:r>
            <a:r>
              <a:rPr sz="1800">
                <a:latin typeface="Gotham"/>
              </a:rPr>
              <a:t>or </a:t>
            </a:r>
            <a:r>
              <a:rPr sz="1800">
                <a:latin typeface="Gotham"/>
              </a:rPr>
              <a:t>supery</a:t>
            </a:r>
            <a:r>
              <a:rPr sz="1800">
                <a:latin typeface="Gotham"/>
              </a:rPr>
              <a:t>achts, f</a:t>
            </a:r>
            <a:r>
              <a:rPr sz="1800">
                <a:latin typeface="Gotham"/>
              </a:rPr>
              <a:t>ea</a:t>
            </a:r>
            <a:r>
              <a:rPr sz="1800">
                <a:latin typeface="Gotham"/>
              </a:rPr>
              <a:t>turing </a:t>
            </a:r>
            <a:r>
              <a:rPr sz="1800">
                <a:latin typeface="Gotham"/>
              </a:rPr>
              <a:t>430</a:t>
            </a:r>
            <a:r>
              <a:rPr sz="1800">
                <a:latin typeface="Gotham"/>
              </a:rPr>
              <a:t> w</a:t>
            </a:r>
            <a:r>
              <a:rPr sz="1800">
                <a:latin typeface="Gotham"/>
              </a:rPr>
              <a:t>et berths </a:t>
            </a:r>
            <a:r>
              <a:rPr sz="1800">
                <a:latin typeface="Gotham"/>
              </a:rPr>
              <a:t>ac</a:t>
            </a:r>
            <a:r>
              <a:rPr sz="1800">
                <a:latin typeface="Gotham"/>
              </a:rPr>
              <a:t>c</a:t>
            </a:r>
            <a:r>
              <a:rPr sz="1800">
                <a:latin typeface="Gotham"/>
              </a:rPr>
              <a:t>ommoda</a:t>
            </a:r>
            <a:r>
              <a:rPr sz="1800">
                <a:latin typeface="Gotham"/>
              </a:rPr>
              <a:t>ting v</a:t>
            </a:r>
            <a:r>
              <a:rPr sz="1800">
                <a:latin typeface="Gotham"/>
              </a:rPr>
              <a:t>es</a:t>
            </a:r>
            <a:r>
              <a:rPr sz="1800">
                <a:latin typeface="Gotham"/>
              </a:rPr>
              <a:t>sels up t</a:t>
            </a:r>
            <a:r>
              <a:rPr sz="1800">
                <a:latin typeface="Gotham"/>
              </a:rPr>
              <a:t>o </a:t>
            </a:r>
            <a:r>
              <a:rPr sz="1800">
                <a:latin typeface="Gotham"/>
              </a:rPr>
              <a:t>100</a:t>
            </a:r>
            <a:r>
              <a:rPr sz="1800">
                <a:latin typeface="Gotham"/>
              </a:rPr>
              <a:t> metr</a:t>
            </a:r>
            <a:r>
              <a:rPr sz="1800">
                <a:latin typeface="Gotham"/>
              </a:rPr>
              <a:t>es. </a:t>
            </a:r>
            <a:r>
              <a:rPr sz="1800">
                <a:latin typeface="Gotham"/>
              </a:rPr>
              <a:t>W</a:t>
            </a:r>
            <a:r>
              <a:rPr sz="1800">
                <a:latin typeface="Gotham"/>
              </a:rPr>
              <a:t>ith fle</a:t>
            </a:r>
            <a:r>
              <a:rPr sz="1800">
                <a:latin typeface="Gotham"/>
              </a:rPr>
              <a:t>xible options f</a:t>
            </a:r>
            <a:r>
              <a:rPr sz="1800">
                <a:latin typeface="Gotham"/>
              </a:rPr>
              <a:t>or short-t</a:t>
            </a:r>
            <a:r>
              <a:rPr sz="1800">
                <a:latin typeface="Gotham"/>
              </a:rPr>
              <a:t>erm visits, </a:t>
            </a:r>
            <a:r>
              <a:rPr sz="1800">
                <a:latin typeface="Gotham"/>
              </a:rPr>
              <a:t>seasonal docking, or y</a:t>
            </a:r>
            <a:r>
              <a:rPr sz="1800">
                <a:latin typeface="Gotham"/>
              </a:rPr>
              <a:t>ear-r</a:t>
            </a:r>
            <a:r>
              <a:rPr sz="1800">
                <a:latin typeface="Gotham"/>
              </a:rPr>
              <a:t>ound mooring, </a:t>
            </a:r>
            <a:r>
              <a:rPr sz="1800">
                <a:latin typeface="Gotham"/>
              </a:rPr>
              <a:t>y</a:t>
            </a:r>
            <a:r>
              <a:rPr sz="1800">
                <a:latin typeface="Gotham"/>
              </a:rPr>
              <a:t>acht o</a:t>
            </a:r>
            <a:r>
              <a:rPr sz="1800">
                <a:latin typeface="Gotham"/>
              </a:rPr>
              <a:t>wners enjo</a:t>
            </a:r>
            <a:r>
              <a:rPr sz="1800">
                <a:latin typeface="Gotham"/>
              </a:rPr>
              <a:t>y seamles</a:t>
            </a:r>
            <a:r>
              <a:rPr sz="1800">
                <a:latin typeface="Gotham"/>
              </a:rPr>
              <a:t>s ac</a:t>
            </a:r>
            <a:r>
              <a:rPr sz="1800">
                <a:latin typeface="Gotham"/>
              </a:rPr>
              <a:t>c</a:t>
            </a:r>
            <a:r>
              <a:rPr sz="1800">
                <a:latin typeface="Gotham"/>
              </a:rPr>
              <a:t>es</a:t>
            </a:r>
            <a:r>
              <a:rPr sz="1800">
                <a:latin typeface="Gotham"/>
              </a:rPr>
              <a:t>s t</a:t>
            </a:r>
            <a:r>
              <a:rPr sz="1800">
                <a:latin typeface="Gotham"/>
              </a:rPr>
              <a:t>o the </a:t>
            </a:r>
            <a:r>
              <a:rPr sz="1800">
                <a:latin typeface="Gotham"/>
              </a:rPr>
              <a:t>marina while e</a:t>
            </a:r>
            <a:r>
              <a:rPr sz="1800">
                <a:latin typeface="Gotham"/>
              </a:rPr>
              <a:t>xperiencing the vibr</a:t>
            </a:r>
            <a:r>
              <a:rPr sz="1800">
                <a:latin typeface="Gotham"/>
              </a:rPr>
              <a:t>anc</a:t>
            </a:r>
            <a:r>
              <a:rPr sz="1800">
                <a:latin typeface="Gotham"/>
              </a:rPr>
              <a:t>y of </a:t>
            </a:r>
            <a:r>
              <a:rPr sz="1800">
                <a:latin typeface="Gotham"/>
              </a:rPr>
              <a:t>Dubai’</a:t>
            </a:r>
            <a:r>
              <a:rPr sz="1800">
                <a:latin typeface="Gotham"/>
              </a:rPr>
              <a:t>s ic</a:t>
            </a:r>
            <a:r>
              <a:rPr sz="1800">
                <a:latin typeface="Gotham"/>
              </a:rPr>
              <a:t>onic c</a:t>
            </a:r>
            <a:r>
              <a:rPr sz="1800">
                <a:latin typeface="Gotham"/>
              </a:rPr>
              <a:t>oas</a:t>
            </a:r>
            <a:r>
              <a:rPr sz="1800">
                <a:latin typeface="Gotham"/>
              </a:rPr>
              <a:t>tline</a:t>
            </a:r>
            <a:r>
              <a:rPr sz="1800">
                <a:latin typeface="Gotham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8725" y="16271758"/>
            <a:ext cx="5715000" cy="66228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0"/>
            <a:ext cx="24384000" cy="16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Gotham"/>
              </a:rPr>
              <a:t>NEARB</a:t>
            </a:r>
            <a:r>
              <a:rPr sz="1800">
                <a:latin typeface="Gotham"/>
              </a:rPr>
              <a:t>Y A</a:t>
            </a:r>
            <a:r>
              <a:rPr sz="1800">
                <a:latin typeface="Gotham"/>
              </a:rPr>
              <a:t>TTRA</a:t>
            </a:r>
            <a:r>
              <a:rPr sz="1800">
                <a:latin typeface="Gotham"/>
              </a:rPr>
              <a:t>CTIONS</a:t>
            </a:r>
          </a:p>
          <a:p>
            <a:pPr algn="ctr"/>
            <a:r>
              <a:rPr sz="6000">
                <a:latin typeface="Beliau"/>
              </a:rPr>
              <a:t>Vibran</a:t>
            </a:r>
            <a:r>
              <a:rPr sz="6000">
                <a:latin typeface="Beliau"/>
              </a:rPr>
              <a:t>t Marina</a:t>
            </a:r>
            <a:r>
              <a:t> </a:t>
            </a:r>
            <a:r>
              <a:rPr sz="6000">
                <a:latin typeface="Beliau"/>
              </a:rPr>
              <a:t>Promenade</a:t>
            </a:r>
          </a:p>
          <a:p>
            <a:r>
              <a:rPr sz="1800">
                <a:latin typeface="Gotham"/>
              </a:rPr>
              <a:t>Jus</a:t>
            </a:r>
            <a:r>
              <a:rPr sz="1800">
                <a:latin typeface="Gotham"/>
              </a:rPr>
              <a:t>t s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eps fr</a:t>
            </a:r>
            <a:r>
              <a:rPr sz="1800">
                <a:latin typeface="Gotham"/>
              </a:rPr>
              <a:t>om Fior </a:t>
            </a:r>
            <a:r>
              <a:rPr sz="1800">
                <a:latin typeface="Gotham"/>
              </a:rPr>
              <a:t>1</a:t>
            </a:r>
            <a:r>
              <a:rPr sz="1800">
                <a:latin typeface="Gotham"/>
              </a:rPr>
              <a:t>, the Marina </a:t>
            </a:r>
            <a:r>
              <a:rPr sz="1800">
                <a:latin typeface="Gotham"/>
              </a:rPr>
              <a:t>Pr</a:t>
            </a:r>
            <a:r>
              <a:rPr sz="1800">
                <a:latin typeface="Gotham"/>
              </a:rPr>
              <a:t>omenade is a vibr</a:t>
            </a:r>
            <a:r>
              <a:rPr sz="1800">
                <a:latin typeface="Gotham"/>
              </a:rPr>
              <a:t>ant w</a:t>
            </a:r>
            <a:r>
              <a:rPr sz="1800">
                <a:latin typeface="Gotham"/>
              </a:rPr>
              <a:t>a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erfr</a:t>
            </a:r>
            <a:r>
              <a:rPr sz="1800">
                <a:latin typeface="Gotham"/>
              </a:rPr>
              <a:t>ont hub</a:t>
            </a:r>
            <a:r>
              <a:rPr sz="1800">
                <a:latin typeface="Gotham"/>
              </a:rPr>
              <a:t>. </a:t>
            </a:r>
            <a:r>
              <a:rPr sz="1800">
                <a:latin typeface="Gotham"/>
              </a:rPr>
              <a:t>Fr</a:t>
            </a:r>
            <a:r>
              <a:rPr sz="1800">
                <a:latin typeface="Gotham"/>
              </a:rPr>
              <a:t>om tr</a:t>
            </a:r>
            <a:r>
              <a:rPr sz="1800">
                <a:latin typeface="Gotham"/>
              </a:rPr>
              <a:t>endy boutiques and gourmet </a:t>
            </a:r>
            <a:r>
              <a:rPr sz="1800">
                <a:latin typeface="Gotham"/>
              </a:rPr>
              <a:t>r</a:t>
            </a:r>
            <a:r>
              <a:rPr sz="1800">
                <a:latin typeface="Gotham"/>
              </a:rPr>
              <a:t>es</a:t>
            </a:r>
            <a:r>
              <a:rPr sz="1800">
                <a:latin typeface="Gotham"/>
              </a:rPr>
              <a:t>taur</a:t>
            </a:r>
            <a:r>
              <a:rPr sz="1800">
                <a:latin typeface="Gotham"/>
              </a:rPr>
              <a:t>ants t</a:t>
            </a:r>
            <a:r>
              <a:rPr sz="1800">
                <a:latin typeface="Gotham"/>
              </a:rPr>
              <a:t>o c</a:t>
            </a:r>
            <a:r>
              <a:rPr sz="1800">
                <a:latin typeface="Gotham"/>
              </a:rPr>
              <a:t>ur</a:t>
            </a:r>
            <a:r>
              <a:rPr sz="1800">
                <a:latin typeface="Gotham"/>
              </a:rPr>
              <a:t>a</a:t>
            </a:r>
            <a:r>
              <a:rPr sz="1800">
                <a:latin typeface="Gotham"/>
              </a:rPr>
              <a:t>t</a:t>
            </a:r>
            <a:r>
              <a:rPr sz="1800">
                <a:latin typeface="Gotham"/>
              </a:rPr>
              <a:t>ed leisur</a:t>
            </a:r>
            <a:r>
              <a:rPr sz="1800">
                <a:latin typeface="Gotham"/>
              </a:rPr>
              <a:t>e spac</a:t>
            </a:r>
            <a:r>
              <a:rPr sz="1800">
                <a:latin typeface="Gotham"/>
              </a:rPr>
              <a:t>es, the </a:t>
            </a:r>
            <a:r>
              <a:rPr sz="1800">
                <a:latin typeface="Gotham"/>
              </a:rPr>
              <a:t>boule</a:t>
            </a:r>
            <a:r>
              <a:rPr sz="1800">
                <a:latin typeface="Gotham"/>
              </a:rPr>
              <a:t>v</a:t>
            </a:r>
            <a:r>
              <a:rPr sz="1800">
                <a:latin typeface="Gotham"/>
              </a:rPr>
              <a:t>ar</a:t>
            </a:r>
            <a:r>
              <a:rPr sz="1800">
                <a:latin typeface="Gotham"/>
              </a:rPr>
              <a:t>d pulses with ener</a:t>
            </a:r>
            <a:r>
              <a:rPr sz="1800">
                <a:latin typeface="Gotham"/>
              </a:rPr>
              <a:t>gy while being </a:t>
            </a:r>
            <a:r>
              <a:rPr sz="1800">
                <a:latin typeface="Gotham"/>
              </a:rPr>
              <a:t>fr</a:t>
            </a:r>
            <a:r>
              <a:rPr sz="1800">
                <a:latin typeface="Gotham"/>
              </a:rPr>
              <a:t>amed b</a:t>
            </a:r>
            <a:r>
              <a:rPr sz="1800">
                <a:latin typeface="Gotham"/>
              </a:rPr>
              <a:t>y lush park</a:t>
            </a:r>
            <a:r>
              <a:rPr sz="1800">
                <a:latin typeface="Gotham"/>
              </a:rPr>
              <a:t>s and open gr</a:t>
            </a:r>
            <a:r>
              <a:rPr sz="1800">
                <a:latin typeface="Gotham"/>
              </a:rPr>
              <a:t>een ar</a:t>
            </a:r>
            <a:r>
              <a:rPr sz="1800">
                <a:latin typeface="Gotham"/>
              </a:rPr>
              <a:t>eas. </a:t>
            </a:r>
            <a:r>
              <a:rPr sz="1800">
                <a:latin typeface="Gotham"/>
              </a:rPr>
              <a:t>It’</a:t>
            </a:r>
            <a:r>
              <a:rPr sz="1800">
                <a:latin typeface="Gotham"/>
              </a:rPr>
              <a:t>s wher</a:t>
            </a:r>
            <a:r>
              <a:rPr sz="1800">
                <a:latin typeface="Gotham"/>
              </a:rPr>
              <a:t>e the rh</a:t>
            </a:r>
            <a:r>
              <a:rPr sz="1800">
                <a:latin typeface="Gotham"/>
              </a:rPr>
              <a:t>ythm of city lif</a:t>
            </a:r>
            <a:r>
              <a:rPr sz="1800">
                <a:latin typeface="Gotham"/>
              </a:rPr>
              <a:t>e blends with </a:t>
            </a:r>
            <a:r>
              <a:rPr sz="1800">
                <a:latin typeface="Gotham"/>
              </a:rPr>
              <a:t>the calm of the marina, o</a:t>
            </a:r>
            <a:r>
              <a:rPr sz="1800">
                <a:latin typeface="Gotham"/>
              </a:rPr>
              <a:t>ering r</a:t>
            </a:r>
            <a:r>
              <a:rPr sz="1800">
                <a:latin typeface="Gotham"/>
              </a:rPr>
              <a:t>esidents </a:t>
            </a:r>
            <a:r>
              <a:rPr sz="1800">
                <a:latin typeface="Gotham"/>
              </a:rPr>
              <a:t>endles</a:t>
            </a:r>
            <a:r>
              <a:rPr sz="1800">
                <a:latin typeface="Gotham"/>
              </a:rPr>
              <a:t>s opportunities t</a:t>
            </a:r>
            <a:r>
              <a:rPr sz="1800">
                <a:latin typeface="Gotham"/>
              </a:rPr>
              <a:t>o dine</a:t>
            </a:r>
            <a:r>
              <a:rPr sz="1800">
                <a:latin typeface="Gotham"/>
              </a:rPr>
              <a:t>, shop</a:t>
            </a:r>
            <a:r>
              <a:rPr sz="1800">
                <a:latin typeface="Gotham"/>
              </a:rPr>
              <a:t>, r</a:t>
            </a:r>
            <a:r>
              <a:rPr sz="1800">
                <a:latin typeface="Gotham"/>
              </a:rPr>
              <a:t>elax, </a:t>
            </a:r>
            <a:r>
              <a:rPr sz="1800">
                <a:latin typeface="Gotham"/>
              </a:rPr>
              <a:t>and c</a:t>
            </a:r>
            <a:r>
              <a:rPr sz="1800">
                <a:latin typeface="Gotham"/>
              </a:rPr>
              <a:t>onnect.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899" y="14999639"/>
            <a:ext cx="5715000" cy="64919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0"/>
            <a:ext cx="24384000" cy="16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0">
                <a:latin typeface="Beliau"/>
              </a:rPr>
              <a:t>Global Lifestyle </a:t>
            </a:r>
            <a:r>
              <a:rPr sz="6500">
                <a:latin typeface="Beliau"/>
              </a:rPr>
              <a:t>Developer</a:t>
            </a:r>
          </a:p>
          <a:p>
            <a:pPr algn="ctr"/>
            <a:r>
              <a:rPr sz="1500">
                <a:latin typeface="Gotham"/>
              </a:rPr>
              <a:t>A leader in the global r</a:t>
            </a:r>
            <a:r>
              <a:rPr sz="1500">
                <a:latin typeface="Gotham"/>
              </a:rPr>
              <a:t>eal es</a:t>
            </a:r>
            <a:r>
              <a:rPr sz="1500">
                <a:latin typeface="Gotham"/>
              </a:rPr>
              <a:t>ta</a:t>
            </a:r>
            <a:r>
              <a:rPr sz="1500">
                <a:latin typeface="Gotham"/>
              </a:rPr>
              <a:t>t</a:t>
            </a:r>
            <a:r>
              <a:rPr sz="1500">
                <a:latin typeface="Gotham"/>
              </a:rPr>
              <a:t>e mark</a:t>
            </a:r>
            <a:r>
              <a:rPr sz="1500">
                <a:latin typeface="Gotham"/>
              </a:rPr>
              <a:t>et, EMA</a:t>
            </a:r>
            <a:r>
              <a:rPr sz="1500">
                <a:latin typeface="Gotham"/>
              </a:rPr>
              <a:t>AR has gr</a:t>
            </a:r>
            <a:r>
              <a:rPr sz="1500">
                <a:latin typeface="Gotham"/>
              </a:rPr>
              <a:t>o</a:t>
            </a:r>
            <a:r>
              <a:rPr sz="1500">
                <a:latin typeface="Gotham"/>
              </a:rPr>
              <a:t>wn o</a:t>
            </a:r>
            <a:r>
              <a:rPr sz="1500">
                <a:latin typeface="Gotham"/>
              </a:rPr>
              <a:t>v</a:t>
            </a:r>
            <a:r>
              <a:rPr sz="1500">
                <a:latin typeface="Gotham"/>
              </a:rPr>
              <a:t>er </a:t>
            </a:r>
          </a:p>
          <a:p>
            <a:pPr algn="ctr"/>
            <a:r>
              <a:rPr sz="1500">
                <a:latin typeface="Gotham"/>
              </a:rPr>
              <a:t>the y</a:t>
            </a:r>
            <a:r>
              <a:rPr sz="1500">
                <a:latin typeface="Gotham"/>
              </a:rPr>
              <a:t>ears t</a:t>
            </a:r>
            <a:r>
              <a:rPr sz="1500">
                <a:latin typeface="Gotham"/>
              </a:rPr>
              <a:t>o bec</a:t>
            </a:r>
            <a:r>
              <a:rPr sz="1500">
                <a:latin typeface="Gotham"/>
              </a:rPr>
              <a:t>ome the lar</a:t>
            </a:r>
            <a:r>
              <a:rPr sz="1500">
                <a:latin typeface="Gotham"/>
              </a:rPr>
              <a:t>ges</a:t>
            </a:r>
            <a:r>
              <a:rPr sz="1500">
                <a:latin typeface="Gotham"/>
              </a:rPr>
              <a:t>t r</a:t>
            </a:r>
            <a:r>
              <a:rPr sz="1500">
                <a:latin typeface="Gotham"/>
              </a:rPr>
              <a:t>eal es</a:t>
            </a:r>
            <a:r>
              <a:rPr sz="1500">
                <a:latin typeface="Gotham"/>
              </a:rPr>
              <a:t>ta</a:t>
            </a:r>
            <a:r>
              <a:rPr sz="1500">
                <a:latin typeface="Gotham"/>
              </a:rPr>
              <a:t>t</a:t>
            </a:r>
            <a:r>
              <a:rPr sz="1500">
                <a:latin typeface="Gotham"/>
              </a:rPr>
              <a:t>e de</a:t>
            </a:r>
            <a:r>
              <a:rPr sz="1500">
                <a:latin typeface="Gotham"/>
              </a:rPr>
              <a:t>v</a:t>
            </a:r>
            <a:r>
              <a:rPr sz="1500">
                <a:latin typeface="Gotham"/>
              </a:rPr>
              <a:t>eloper outside of </a:t>
            </a:r>
          </a:p>
          <a:p>
            <a:pPr algn="ctr"/>
            <a:r>
              <a:rPr sz="1500">
                <a:latin typeface="Gotham"/>
              </a:rPr>
              <a:t>China. Y</a:t>
            </a:r>
            <a:r>
              <a:rPr sz="1500">
                <a:latin typeface="Gotham"/>
              </a:rPr>
              <a:t>ou will be in</a:t>
            </a:r>
            <a:r>
              <a:rPr sz="1500">
                <a:latin typeface="Gotham"/>
              </a:rPr>
              <a:t>v</a:t>
            </a:r>
            <a:r>
              <a:rPr sz="1500">
                <a:latin typeface="Gotham"/>
              </a:rPr>
              <a:t>es</a:t>
            </a:r>
            <a:r>
              <a:rPr sz="1500">
                <a:latin typeface="Gotham"/>
              </a:rPr>
              <a:t>ting with one of the bes</a:t>
            </a:r>
            <a:r>
              <a:rPr sz="1500">
                <a:latin typeface="Gotham"/>
              </a:rPr>
              <a:t>t-r</a:t>
            </a:r>
            <a:r>
              <a:rPr sz="1500">
                <a:latin typeface="Gotham"/>
              </a:rPr>
              <a:t>egar</a:t>
            </a:r>
            <a:r>
              <a:rPr sz="1500">
                <a:latin typeface="Gotham"/>
              </a:rPr>
              <a:t>ded br</a:t>
            </a:r>
            <a:r>
              <a:rPr sz="1500">
                <a:latin typeface="Gotham"/>
              </a:rPr>
              <a:t>ands </a:t>
            </a:r>
          </a:p>
          <a:p>
            <a:pPr algn="ctr"/>
            <a:r>
              <a:rPr sz="1500">
                <a:latin typeface="Gotham"/>
              </a:rPr>
              <a:t>in the w</a:t>
            </a:r>
            <a:r>
              <a:rPr sz="1500">
                <a:latin typeface="Gotham"/>
              </a:rPr>
              <a:t>orld*.</a:t>
            </a:r>
            <a:r>
              <a:t> </a:t>
            </a:r>
          </a:p>
          <a:p>
            <a:pPr algn="ctr"/>
            <a:r>
              <a:rPr sz="3000">
                <a:latin typeface="Beliau"/>
              </a:rPr>
              <a:t>A</a:t>
            </a:r>
          </a:p>
          <a:p>
            <a:pPr algn="ctr"/>
            <a:r>
              <a:rPr sz="1500">
                <a:latin typeface="Gotham"/>
              </a:rPr>
              <a:t>M</a:t>
            </a:r>
            <a:r>
              <a:rPr sz="1500">
                <a:latin typeface="Gotham"/>
              </a:rPr>
              <a:t>a</a:t>
            </a:r>
            <a:r>
              <a:rPr sz="1500">
                <a:latin typeface="Gotham"/>
              </a:rPr>
              <a:t>r</a:t>
            </a:r>
          </a:p>
          <a:p>
            <a:pPr algn="ctr"/>
            <a:r>
              <a:rPr sz="3000">
                <a:latin typeface="Beliau"/>
              </a:rPr>
              <a:t>ED</a:t>
            </a:r>
          </a:p>
          <a:p>
            <a:pPr algn="ctr"/>
            <a:r>
              <a:rPr sz="1500">
                <a:latin typeface="Gotham"/>
              </a:rPr>
              <a:t>k</a:t>
            </a:r>
            <a:r>
              <a:rPr sz="1500">
                <a:latin typeface="Gotham"/>
              </a:rPr>
              <a:t>e</a:t>
            </a:r>
            <a:r>
              <a:rPr sz="1500">
                <a:latin typeface="Gotham"/>
              </a:rPr>
              <a:t>t C</a:t>
            </a:r>
            <a:r>
              <a:rPr sz="1500">
                <a:latin typeface="Gotham"/>
              </a:rPr>
              <a:t>a</a:t>
            </a:r>
          </a:p>
          <a:p>
            <a:pPr algn="ctr"/>
            <a:r>
              <a:rPr sz="3000">
                <a:latin typeface="Beliau"/>
              </a:rPr>
              <a:t> 7</a:t>
            </a:r>
            <a:r>
              <a:rPr sz="3000">
                <a:latin typeface="Gotham"/>
              </a:rPr>
              <a:t>p - F</a:t>
            </a:r>
            <a:r>
              <a:rPr sz="3000">
                <a:latin typeface="Beliau"/>
              </a:rPr>
              <a:t>1</a:t>
            </a:r>
            <a:r>
              <a:rPr sz="3000">
                <a:latin typeface="Beliau"/>
              </a:rPr>
              <a:t>.</a:t>
            </a:r>
            <a:r>
              <a:rPr sz="3000">
                <a:latin typeface="Beliau"/>
              </a:rPr>
              <a:t>7</a:t>
            </a:r>
            <a:r>
              <a:rPr sz="3000">
                <a:latin typeface="Gotham"/>
              </a:rPr>
              <a:t>Y 2</a:t>
            </a:r>
            <a:r>
              <a:rPr sz="3000">
                <a:latin typeface="Beliau"/>
              </a:rPr>
              <a:t> Bn</a:t>
            </a:r>
          </a:p>
          <a:p>
            <a:pPr algn="ctr"/>
            <a:r>
              <a:rPr sz="1500">
                <a:latin typeface="Gotham"/>
              </a:rPr>
              <a:t>0</a:t>
            </a:r>
            <a:r>
              <a:rPr sz="1500">
                <a:latin typeface="Gotham"/>
              </a:rPr>
              <a:t>2</a:t>
            </a:r>
            <a:r>
              <a:rPr sz="1500">
                <a:latin typeface="Gotham"/>
              </a:rPr>
              <a:t>3</a:t>
            </a:r>
          </a:p>
          <a:p>
            <a:pPr algn="ctr"/>
            <a:r>
              <a:rPr sz="3000">
                <a:latin typeface="Beliau"/>
              </a:rPr>
              <a:t>1</a:t>
            </a:r>
          </a:p>
          <a:p>
            <a:pPr algn="ctr"/>
            <a:r>
              <a:rPr sz="1500">
                <a:latin typeface="Gotham"/>
              </a:rPr>
              <a:t>R</a:t>
            </a:r>
            <a:r>
              <a:rPr sz="1500">
                <a:latin typeface="Gotham"/>
              </a:rPr>
              <a:t>e</a:t>
            </a:r>
          </a:p>
          <a:p>
            <a:pPr algn="ctr"/>
            <a:r>
              <a:rPr sz="3000">
                <a:latin typeface="Beliau"/>
              </a:rPr>
              <a:t>1</a:t>
            </a:r>
            <a:r>
              <a:rPr sz="3000">
                <a:latin typeface="Gotham"/>
              </a:rPr>
              <a:t>s</a:t>
            </a:r>
            <a:r>
              <a:rPr sz="3000">
                <a:latin typeface="Beliau"/>
              </a:rPr>
              <a:t>5</a:t>
            </a:r>
          </a:p>
          <a:p>
            <a:pPr algn="ctr"/>
            <a:r>
              <a:rPr sz="1500">
                <a:latin typeface="Gotham"/>
              </a:rPr>
              <a:t>i</a:t>
            </a:r>
            <a:r>
              <a:rPr sz="1500">
                <a:latin typeface="Gotham"/>
              </a:rPr>
              <a:t>de</a:t>
            </a:r>
          </a:p>
          <a:p>
            <a:pPr algn="ctr"/>
            <a:r>
              <a:rPr sz="3000">
                <a:latin typeface="Beliau"/>
              </a:rPr>
              <a:t>,</a:t>
            </a:r>
            <a:r>
              <a:rPr sz="3000">
                <a:latin typeface="Beliau"/>
              </a:rPr>
              <a:t>000</a:t>
            </a:r>
          </a:p>
          <a:p>
            <a:pPr algn="ctr"/>
            <a:r>
              <a:rPr sz="1500">
                <a:latin typeface="Gotham"/>
              </a:rPr>
              <a:t>n</a:t>
            </a:r>
            <a:r>
              <a:rPr sz="1500">
                <a:latin typeface="Gotham"/>
              </a:rPr>
              <a:t>t</a:t>
            </a:r>
            <a:r>
              <a:rPr sz="1500">
                <a:latin typeface="Gotham"/>
              </a:rPr>
              <a:t>i</a:t>
            </a:r>
            <a:r>
              <a:rPr sz="1500">
                <a:latin typeface="Gotham"/>
              </a:rPr>
              <a:t>a</a:t>
            </a:r>
            <a:r>
              <a:rPr sz="1500">
                <a:latin typeface="Gotham"/>
              </a:rPr>
              <a:t>l U</a:t>
            </a:r>
            <a:r>
              <a:rPr sz="1500">
                <a:latin typeface="Gotham"/>
              </a:rPr>
              <a:t>n</a:t>
            </a:r>
            <a:r>
              <a:rPr sz="1500">
                <a:latin typeface="Gotham"/>
              </a:rPr>
              <a:t>i</a:t>
            </a:r>
            <a:r>
              <a:rPr sz="1500">
                <a:latin typeface="Gotham"/>
              </a:rPr>
              <a:t>t</a:t>
            </a:r>
          </a:p>
          <a:p>
            <a:pPr algn="ctr"/>
            <a:r>
              <a:rPr sz="3000">
                <a:latin typeface="Beliau"/>
              </a:rPr>
              <a:t>+</a:t>
            </a:r>
          </a:p>
          <a:p>
            <a:pPr algn="ctr"/>
            <a:r>
              <a:rPr sz="1500">
                <a:latin typeface="Gotham"/>
              </a:rPr>
              <a:t>s D</a:t>
            </a:r>
            <a:r>
              <a:rPr sz="1500">
                <a:latin typeface="Gotham"/>
              </a:rPr>
              <a:t>e</a:t>
            </a:r>
            <a:r>
              <a:rPr sz="1500">
                <a:latin typeface="Gotham"/>
              </a:rPr>
              <a:t>l</a:t>
            </a:r>
            <a:r>
              <a:rPr sz="1500">
                <a:latin typeface="Gotham"/>
              </a:rPr>
              <a:t>i</a:t>
            </a:r>
            <a:r>
              <a:rPr sz="1500">
                <a:latin typeface="Gotham"/>
              </a:rPr>
              <a:t>v</a:t>
            </a:r>
            <a:r>
              <a:rPr sz="1500">
                <a:latin typeface="Gotham"/>
              </a:rPr>
              <a:t>e</a:t>
            </a:r>
            <a:r>
              <a:rPr sz="1500">
                <a:latin typeface="Gotham"/>
              </a:rPr>
              <a:t>r</a:t>
            </a:r>
            <a:r>
              <a:rPr sz="1500">
                <a:latin typeface="Gotham"/>
              </a:rPr>
              <a:t>e</a:t>
            </a:r>
            <a:r>
              <a:rPr sz="1500">
                <a:latin typeface="Gotham"/>
              </a:rPr>
              <a:t>d</a:t>
            </a:r>
          </a:p>
          <a:p>
            <a:pPr algn="ctr"/>
            <a:r>
              <a:rPr sz="3000">
                <a:latin typeface="Beliau"/>
              </a:rPr>
              <a:t>A</a:t>
            </a:r>
          </a:p>
          <a:p>
            <a:pPr algn="ctr"/>
            <a:r>
              <a:rPr sz="1500">
                <a:latin typeface="Gotham"/>
              </a:rPr>
              <a:t>R</a:t>
            </a:r>
            <a:r>
              <a:rPr sz="1500">
                <a:latin typeface="Gotham"/>
              </a:rPr>
              <a:t>e</a:t>
            </a:r>
            <a:r>
              <a:rPr sz="1500">
                <a:latin typeface="Gotham"/>
              </a:rPr>
              <a:t>v</a:t>
            </a:r>
          </a:p>
          <a:p>
            <a:pPr algn="ctr"/>
            <a:r>
              <a:rPr sz="3000">
                <a:latin typeface="Beliau"/>
              </a:rPr>
              <a:t>ED</a:t>
            </a:r>
          </a:p>
          <a:p>
            <a:pPr algn="ctr"/>
            <a:r>
              <a:rPr sz="1500">
                <a:latin typeface="Gotham"/>
              </a:rPr>
              <a:t>e</a:t>
            </a:r>
            <a:r>
              <a:rPr sz="1500">
                <a:latin typeface="Gotham"/>
              </a:rPr>
              <a:t>n</a:t>
            </a:r>
            <a:r>
              <a:rPr sz="1500">
                <a:latin typeface="Gotham"/>
              </a:rPr>
              <a:t>u</a:t>
            </a:r>
            <a:r>
              <a:rPr sz="1500">
                <a:latin typeface="Gotham"/>
              </a:rPr>
              <a:t>e – A</a:t>
            </a:r>
          </a:p>
          <a:p>
            <a:pPr algn="ctr"/>
            <a:r>
              <a:rPr sz="3000">
                <a:latin typeface="Beliau"/>
              </a:rPr>
              <a:t> 1</a:t>
            </a:r>
            <a:r>
              <a:rPr sz="3000">
                <a:latin typeface="Beliau"/>
              </a:rPr>
              <a:t>4</a:t>
            </a:r>
          </a:p>
          <a:p>
            <a:pPr algn="ctr"/>
            <a:r>
              <a:rPr sz="1500">
                <a:latin typeface="Gotham"/>
              </a:rPr>
              <a:t>s o</a:t>
            </a:r>
          </a:p>
          <a:p>
            <a:pPr algn="ctr"/>
            <a:r>
              <a:rPr sz="3000">
                <a:latin typeface="Beliau"/>
              </a:rPr>
              <a:t>.</a:t>
            </a:r>
            <a:r>
              <a:rPr sz="3000">
                <a:latin typeface="Gotham"/>
              </a:rPr>
              <a:t>n 3</a:t>
            </a:r>
            <a:r>
              <a:rPr sz="3000">
                <a:latin typeface="Beliau"/>
              </a:rPr>
              <a:t>4</a:t>
            </a:r>
            <a:r>
              <a:rPr sz="3000">
                <a:latin typeface="Gotham"/>
              </a:rPr>
              <a:t>0 J</a:t>
            </a:r>
            <a:r>
              <a:rPr sz="3000">
                <a:latin typeface="Beliau"/>
              </a:rPr>
              <a:t> Bn</a:t>
            </a:r>
          </a:p>
          <a:p>
            <a:pPr algn="ctr"/>
            <a:r>
              <a:rPr sz="1500">
                <a:latin typeface="Gotham"/>
              </a:rPr>
              <a:t>u</a:t>
            </a:r>
            <a:r>
              <a:rPr sz="1500">
                <a:latin typeface="Gotham"/>
              </a:rPr>
              <a:t>n</a:t>
            </a:r>
            <a:r>
              <a:rPr sz="1500">
                <a:latin typeface="Gotham"/>
              </a:rPr>
              <a:t>e 2</a:t>
            </a:r>
            <a:r>
              <a:rPr sz="1500">
                <a:latin typeface="Gotham"/>
              </a:rPr>
              <a:t>0</a:t>
            </a:r>
            <a:r>
              <a:rPr sz="1500">
                <a:latin typeface="Gotham"/>
              </a:rPr>
              <a:t>2</a:t>
            </a:r>
            <a:r>
              <a:rPr sz="1500">
                <a:latin typeface="Gotham"/>
              </a:rPr>
              <a:t>4</a:t>
            </a:r>
          </a:p>
          <a:p>
            <a:pPr algn="ctr"/>
            <a:r>
              <a:rPr sz="3000">
                <a:latin typeface="Beliau"/>
              </a:rPr>
              <a:t>1</a:t>
            </a:r>
          </a:p>
          <a:p>
            <a:pPr algn="ctr"/>
            <a:r>
              <a:rPr sz="1500">
                <a:latin typeface="Gotham"/>
              </a:rPr>
              <a:t>G</a:t>
            </a:r>
          </a:p>
          <a:p>
            <a:pPr algn="ctr"/>
            <a:r>
              <a:rPr sz="3000">
                <a:latin typeface="Beliau"/>
              </a:rPr>
              <a:t>2+</a:t>
            </a:r>
          </a:p>
          <a:p>
            <a:pPr algn="ctr"/>
            <a:r>
              <a:rPr sz="1500">
                <a:latin typeface="Gotham"/>
              </a:rPr>
              <a:t>l</a:t>
            </a:r>
            <a:r>
              <a:rPr sz="1500">
                <a:latin typeface="Gotham"/>
              </a:rPr>
              <a:t>oba</a:t>
            </a:r>
            <a:r>
              <a:rPr sz="1500">
                <a:latin typeface="Gotham"/>
              </a:rPr>
              <a:t>l</a:t>
            </a:r>
            <a:r>
              <a:rPr sz="1500">
                <a:latin typeface="Gotham"/>
              </a:rPr>
              <a:t> M</a:t>
            </a:r>
            <a:r>
              <a:rPr sz="1500">
                <a:latin typeface="Gotham"/>
              </a:rPr>
              <a:t>ar</a:t>
            </a:r>
            <a:r>
              <a:rPr sz="1500">
                <a:latin typeface="Gotham"/>
              </a:rPr>
              <a:t>k</a:t>
            </a:r>
            <a:r>
              <a:rPr sz="1500">
                <a:latin typeface="Gotham"/>
              </a:rPr>
              <a:t>e</a:t>
            </a:r>
            <a:r>
              <a:rPr sz="1500">
                <a:latin typeface="Gotham"/>
              </a:rPr>
              <a:t>t</a:t>
            </a:r>
            <a:r>
              <a:rPr sz="1500">
                <a:latin typeface="Gotham"/>
              </a:rPr>
              <a:t> P</a:t>
            </a:r>
            <a:r>
              <a:rPr sz="1500">
                <a:latin typeface="Gotham"/>
              </a:rPr>
              <a:t>r</a:t>
            </a:r>
            <a:r>
              <a:rPr sz="1500">
                <a:latin typeface="Gotham"/>
              </a:rPr>
              <a:t>e</a:t>
            </a:r>
            <a:r>
              <a:rPr sz="1500">
                <a:latin typeface="Gotham"/>
              </a:rPr>
              <a:t>s</a:t>
            </a:r>
            <a:r>
              <a:rPr sz="1500">
                <a:latin typeface="Gotham"/>
              </a:rPr>
              <a:t>e</a:t>
            </a:r>
            <a:r>
              <a:rPr sz="1500">
                <a:latin typeface="Gotham"/>
              </a:rPr>
              <a:t>n</a:t>
            </a:r>
            <a:r>
              <a:rPr sz="1500">
                <a:latin typeface="Gotham"/>
              </a:rPr>
              <a:t>c</a:t>
            </a:r>
            <a:r>
              <a:rPr sz="1500">
                <a:latin typeface="Gotham"/>
              </a:rPr>
              <a:t>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0" y="0"/>
          <a:ext cx="24384000" cy="12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/>
                <a:gridCol w="12192000"/>
              </a:tblGrid>
              <a:tr h="635000">
                <a:tc>
                  <a:txBody>
                    <a:bodyPr/>
                    <a:lstStyle/>
                    <a:p>
                      <a:r>
                        <a:rPr sz="3000">
                          <a:latin typeface="Beliau"/>
                        </a:rPr>
                        <a:t>e</a:t>
                      </a:r>
                      <a:r>
                        <a:rPr sz="3000">
                          <a:latin typeface="Beliau"/>
                        </a:rPr>
                        <a:t>e</a:t>
                      </a:r>
                      <a:r>
                        <a:rPr sz="3000">
                          <a:latin typeface="Beliau"/>
                        </a:rPr>
                        <a:t>e</a:t>
                      </a:r>
                      <a:r>
                        <a:rPr sz="3000">
                          <a:latin typeface="Beliau"/>
                        </a:rPr>
                        <a:t>e</a:t>
                      </a:r>
                      <a:r>
                        <a:rPr sz="3000">
                          <a:latin typeface="Beliau"/>
                        </a:rPr>
                        <a:t>e</a:t>
                      </a:r>
                      <a:r>
                        <a:rPr sz="3000">
                          <a:latin typeface="Beliau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3000">
                          <a:latin typeface="Beliau"/>
                        </a:rPr>
                        <a:t>e</a:t>
                      </a:r>
                      <a:r>
                        <a:rPr sz="3000">
                          <a:latin typeface="Beliau"/>
                        </a:rPr>
                        <a:t>e</a:t>
                      </a:r>
                      <a:r>
                        <a:rPr sz="3000">
                          <a:latin typeface="Beliau"/>
                        </a:rPr>
                        <a:t>e</a:t>
                      </a:r>
                      <a:r>
                        <a:rPr sz="3000">
                          <a:latin typeface="Beliau"/>
                        </a:rPr>
                        <a:t>e</a:t>
                      </a:r>
                      <a:r>
                        <a:rPr sz="3000">
                          <a:latin typeface="Beliau"/>
                        </a:rPr>
                        <a:t>e</a:t>
                      </a:r>
                      <a:r>
                        <a:rPr sz="3000">
                          <a:latin typeface="Beliau"/>
                        </a:rPr>
                        <a:t>e</a:t>
                      </a:r>
                    </a:p>
                  </a:txBody>
                  <a:tcPr/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  <a:r>
                        <a:rPr sz="1500">
                          <a:latin typeface="Gotham"/>
                        </a:rPr>
                        <a:t>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0" y="0"/>
            <a:ext cx="24384000" cy="16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latin typeface="Gotham"/>
              </a:rPr>
              <a:t>C</a:t>
            </a:r>
            <a:r>
              <a:rPr sz="1500">
                <a:latin typeface="Gotham"/>
              </a:rPr>
              <a:t>u</a:t>
            </a:r>
            <a:r>
              <a:rPr sz="1500">
                <a:latin typeface="Gotham"/>
              </a:rPr>
              <a:t>r</a:t>
            </a:r>
            <a:r>
              <a:rPr sz="1500">
                <a:latin typeface="Gotham"/>
              </a:rPr>
              <a:t>r</a:t>
            </a:r>
            <a:r>
              <a:rPr sz="1500">
                <a:latin typeface="Gotham"/>
              </a:rPr>
              <a:t>en</a:t>
            </a:r>
            <a:r>
              <a:rPr sz="1500">
                <a:latin typeface="Gotham"/>
              </a:rPr>
              <a:t>t</a:t>
            </a:r>
            <a:r>
              <a:rPr sz="1500">
                <a:latin typeface="Gotham"/>
              </a:rPr>
              <a:t>l</a:t>
            </a:r>
            <a:r>
              <a:rPr sz="1500">
                <a:latin typeface="Gotham"/>
              </a:rPr>
              <a:t>y</a:t>
            </a:r>
            <a:r>
              <a:rPr sz="1500">
                <a:latin typeface="Gotham"/>
              </a:rPr>
              <a:t> U</a:t>
            </a:r>
            <a:r>
              <a:rPr sz="1500">
                <a:latin typeface="Gotham"/>
              </a:rPr>
              <a:t>n</a:t>
            </a:r>
            <a:r>
              <a:rPr sz="1500">
                <a:latin typeface="Gotham"/>
              </a:rPr>
              <a:t>d</a:t>
            </a:r>
            <a:r>
              <a:rPr sz="1500">
                <a:latin typeface="Gotham"/>
              </a:rPr>
              <a:t>er</a:t>
            </a:r>
            <a:r>
              <a:rPr sz="1500">
                <a:latin typeface="Gotham"/>
              </a:rPr>
              <a:t> De</a:t>
            </a:r>
            <a:r>
              <a:rPr sz="1500">
                <a:latin typeface="Gotham"/>
              </a:rPr>
              <a:t>v</a:t>
            </a:r>
            <a:r>
              <a:rPr sz="1500">
                <a:latin typeface="Gotham"/>
              </a:rPr>
              <a:t>e</a:t>
            </a:r>
            <a:r>
              <a:rPr sz="1500">
                <a:latin typeface="Gotham"/>
              </a:rPr>
              <a:t>l</a:t>
            </a:r>
            <a:r>
              <a:rPr sz="1500">
                <a:latin typeface="Gotham"/>
              </a:rPr>
              <a:t>o</a:t>
            </a:r>
            <a:r>
              <a:rPr sz="1500">
                <a:latin typeface="Gotham"/>
              </a:rPr>
              <a:t>p</a:t>
            </a:r>
            <a:r>
              <a:rPr sz="1500">
                <a:latin typeface="Gotham"/>
              </a:rPr>
              <a:t>men</a:t>
            </a:r>
            <a:r>
              <a:rPr sz="1500">
                <a:latin typeface="Gotham"/>
              </a:rPr>
              <a:t>t</a:t>
            </a:r>
            <a:r>
              <a:t> </a:t>
            </a:r>
          </a:p>
          <a:p>
            <a:pPr algn="ctr"/>
            <a:r>
              <a:rPr sz="1500">
                <a:latin typeface="Gotham"/>
              </a:rPr>
              <a:t>*</a:t>
            </a:r>
            <a:r>
              <a:rPr sz="1500">
                <a:latin typeface="Gotham"/>
              </a:rPr>
              <a:t>A</a:t>
            </a:r>
            <a:r>
              <a:rPr sz="1500">
                <a:latin typeface="Gotham"/>
              </a:rPr>
              <a:t>s o</a:t>
            </a:r>
            <a:r>
              <a:rPr sz="1500">
                <a:latin typeface="Gotham"/>
              </a:rPr>
              <a:t>n 3</a:t>
            </a:r>
            <a:r>
              <a:rPr sz="1500">
                <a:latin typeface="Gotham"/>
              </a:rPr>
              <a:t>0 J</a:t>
            </a:r>
            <a:r>
              <a:rPr sz="1500">
                <a:latin typeface="Gotham"/>
              </a:rPr>
              <a:t>u</a:t>
            </a:r>
            <a:r>
              <a:rPr sz="1500">
                <a:latin typeface="Gotham"/>
              </a:rPr>
              <a:t>n</a:t>
            </a:r>
            <a:r>
              <a:rPr sz="1500">
                <a:latin typeface="Gotham"/>
              </a:rPr>
              <a:t>e 2</a:t>
            </a:r>
            <a:r>
              <a:rPr sz="1500">
                <a:latin typeface="Gotham"/>
              </a:rPr>
              <a:t>0</a:t>
            </a:r>
            <a:r>
              <a:rPr sz="1500">
                <a:latin typeface="Gotham"/>
              </a:rPr>
              <a:t>2</a:t>
            </a:r>
            <a:r>
              <a:rPr sz="1500">
                <a:latin typeface="Gotham"/>
              </a:rPr>
              <a:t>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051" y="16256000"/>
            <a:ext cx="5715000" cy="380571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0"/>
            <a:ext cx="24384000" cy="162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latin typeface="Acumin Variable Concept"/>
              </a:rPr>
              <a:t>F</a:t>
            </a:r>
            <a:r>
              <a:rPr sz="1800">
                <a:latin typeface="Acumin Variable Concept"/>
              </a:rPr>
              <a:t>or mor</a:t>
            </a:r>
            <a:r>
              <a:rPr sz="1800">
                <a:latin typeface="Acumin Variable Concept"/>
              </a:rPr>
              <a:t>e</a:t>
            </a:r>
            <a:r>
              <a:rPr sz="1800">
                <a:latin typeface="Acumin Variable Concept"/>
              </a:rPr>
              <a:t> inf</a:t>
            </a:r>
            <a:r>
              <a:rPr sz="1800">
                <a:latin typeface="Acumin Variable Concept"/>
              </a:rPr>
              <a:t>or</a:t>
            </a:r>
            <a:r>
              <a:rPr sz="1800">
                <a:latin typeface="Acumin Variable Concept"/>
              </a:rPr>
              <a:t>m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t</a:t>
            </a:r>
            <a:r>
              <a:rPr sz="1800">
                <a:latin typeface="Acumin Variable Concept"/>
              </a:rPr>
              <a:t>ion plea</a:t>
            </a:r>
            <a:r>
              <a:rPr sz="1800">
                <a:latin typeface="Acumin Variable Concept"/>
              </a:rPr>
              <a:t>s</a:t>
            </a:r>
            <a:r>
              <a:rPr sz="1800">
                <a:latin typeface="Acumin Variable Concept"/>
              </a:rPr>
              <a:t>e</a:t>
            </a:r>
            <a:r>
              <a:rPr sz="1800">
                <a:latin typeface="Acumin Variable Concept"/>
              </a:rPr>
              <a:t> c</a:t>
            </a:r>
            <a:r>
              <a:rPr sz="1800">
                <a:latin typeface="Acumin Variable Concept"/>
              </a:rPr>
              <a:t>all 80</a:t>
            </a:r>
            <a:r>
              <a:rPr sz="1800">
                <a:latin typeface="Acumin Variable Concept"/>
              </a:rPr>
              <a:t>0 3</a:t>
            </a:r>
            <a:r>
              <a:rPr sz="1800">
                <a:latin typeface="Acumin Variable Concept"/>
              </a:rPr>
              <a:t>6</a:t>
            </a:r>
            <a:r>
              <a:rPr sz="1800">
                <a:latin typeface="Acumin Variable Concept"/>
              </a:rPr>
              <a:t>2</a:t>
            </a:r>
            <a:r>
              <a:rPr sz="1800">
                <a:latin typeface="Acumin Variable Concept"/>
              </a:rPr>
              <a:t>2</a:t>
            </a:r>
            <a:r>
              <a:rPr sz="1800">
                <a:latin typeface="Acumin Variable Concept"/>
              </a:rPr>
              <a:t>7 (U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E) / +9</a:t>
            </a:r>
            <a:r>
              <a:rPr sz="1800">
                <a:latin typeface="Acumin Variable Concept"/>
              </a:rPr>
              <a:t>7</a:t>
            </a:r>
            <a:r>
              <a:rPr sz="1800">
                <a:latin typeface="Acumin Variable Concept"/>
              </a:rPr>
              <a:t>1</a:t>
            </a:r>
            <a:r>
              <a:rPr sz="1800">
                <a:latin typeface="Acumin Variable Concept"/>
              </a:rPr>
              <a:t> 4</a:t>
            </a:r>
            <a:r>
              <a:rPr sz="1800">
                <a:latin typeface="Acumin Variable Concept"/>
              </a:rPr>
              <a:t> 3</a:t>
            </a:r>
            <a:r>
              <a:rPr sz="1800">
                <a:latin typeface="Acumin Variable Concept"/>
              </a:rPr>
              <a:t>6</a:t>
            </a:r>
            <a:r>
              <a:rPr sz="1800">
                <a:latin typeface="Acumin Variable Concept"/>
              </a:rPr>
              <a:t>6 1</a:t>
            </a:r>
            <a:r>
              <a:rPr sz="1800">
                <a:latin typeface="Acumin Variable Concept"/>
              </a:rPr>
              <a:t>6</a:t>
            </a:r>
            <a:r>
              <a:rPr sz="1800">
                <a:latin typeface="Acumin Variable Concept"/>
              </a:rPr>
              <a:t>8</a:t>
            </a:r>
            <a:r>
              <a:rPr sz="1800">
                <a:latin typeface="Acumin Variable Concept"/>
              </a:rPr>
              <a:t>8 (I</a:t>
            </a:r>
            <a:r>
              <a:rPr sz="1800">
                <a:latin typeface="Acumin Variable Concept"/>
              </a:rPr>
              <a:t>n</a:t>
            </a:r>
            <a:r>
              <a:rPr sz="1800">
                <a:latin typeface="Acumin Variable Concept"/>
              </a:rPr>
              <a:t>t</a:t>
            </a:r>
            <a:r>
              <a:rPr sz="1800">
                <a:latin typeface="Acumin Variable Concept"/>
              </a:rPr>
              <a:t>er</a:t>
            </a:r>
            <a:r>
              <a:rPr sz="1800">
                <a:latin typeface="Acumin Variable Concept"/>
              </a:rPr>
              <a:t>n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t</a:t>
            </a:r>
            <a:r>
              <a:rPr sz="1800">
                <a:latin typeface="Acumin Variable Concept"/>
              </a:rPr>
              <a:t>ion</a:t>
            </a:r>
            <a:r>
              <a:rPr sz="1800">
                <a:latin typeface="Acumin Variable Concept"/>
              </a:rPr>
              <a:t>al) or t</a:t>
            </a:r>
            <a:r>
              <a:rPr sz="1800">
                <a:latin typeface="Acumin Variable Concept"/>
              </a:rPr>
              <a:t>alk t</a:t>
            </a:r>
            <a:r>
              <a:rPr sz="1800">
                <a:latin typeface="Acumin Variable Concept"/>
              </a:rPr>
              <a:t>o our P</a:t>
            </a:r>
            <a:r>
              <a:rPr sz="1800">
                <a:latin typeface="Acumin Variable Concept"/>
              </a:rPr>
              <a:t>r</a:t>
            </a:r>
            <a:r>
              <a:rPr sz="1800">
                <a:latin typeface="Acumin Variable Concept"/>
              </a:rPr>
              <a:t>op</a:t>
            </a:r>
            <a:r>
              <a:rPr sz="1800">
                <a:latin typeface="Acumin Variable Concept"/>
              </a:rPr>
              <a:t>er</a:t>
            </a:r>
            <a:r>
              <a:rPr sz="1800">
                <a:latin typeface="Acumin Variable Concept"/>
              </a:rPr>
              <a:t>t</a:t>
            </a:r>
            <a:r>
              <a:rPr sz="1800">
                <a:latin typeface="Acumin Variable Concept"/>
              </a:rPr>
              <a:t>y Ad</a:t>
            </a:r>
            <a:r>
              <a:rPr sz="1800">
                <a:latin typeface="Acumin Variable Concept"/>
              </a:rPr>
              <a:t>v</a:t>
            </a:r>
            <a:r>
              <a:rPr sz="1800">
                <a:latin typeface="Acumin Variable Concept"/>
              </a:rPr>
              <a:t>i</a:t>
            </a:r>
            <a:r>
              <a:rPr sz="1800">
                <a:latin typeface="Acumin Variable Concept"/>
              </a:rPr>
              <a:t>s</a:t>
            </a:r>
            <a:r>
              <a:rPr sz="1800">
                <a:latin typeface="Acumin Variable Concept"/>
              </a:rPr>
              <a:t>or dir</a:t>
            </a:r>
            <a:r>
              <a:rPr sz="1800">
                <a:latin typeface="Acumin Variable Concept"/>
              </a:rPr>
              <a:t>e</a:t>
            </a:r>
            <a:r>
              <a:rPr sz="1800">
                <a:latin typeface="Acumin Variable Concept"/>
              </a:rPr>
              <a:t>c</a:t>
            </a:r>
            <a:r>
              <a:rPr sz="1800">
                <a:latin typeface="Acumin Variable Concept"/>
              </a:rPr>
              <a:t>t</a:t>
            </a:r>
            <a:r>
              <a:rPr sz="1800">
                <a:latin typeface="Acumin Variable Concept"/>
              </a:rPr>
              <a:t>l</a:t>
            </a:r>
            <a:r>
              <a:rPr sz="1800">
                <a:latin typeface="Acumin Variable Concept"/>
              </a:rPr>
              <a:t>y a</a:t>
            </a:r>
            <a:r>
              <a:rPr sz="1800">
                <a:latin typeface="Acumin Variable Concept"/>
              </a:rPr>
              <a:t>t </a:t>
            </a:r>
            <a:r>
              <a:rPr sz="1800">
                <a:latin typeface="Acumin Variable Concept"/>
              </a:rPr>
              <a:t>+9</a:t>
            </a:r>
            <a:r>
              <a:rPr sz="1800">
                <a:latin typeface="Acumin Variable Concept"/>
              </a:rPr>
              <a:t>7</a:t>
            </a:r>
            <a:r>
              <a:rPr sz="1800">
                <a:latin typeface="Acumin Variable Concept"/>
              </a:rPr>
              <a:t>1</a:t>
            </a:r>
            <a:r>
              <a:rPr sz="1800">
                <a:latin typeface="Acumin Variable Concept"/>
              </a:rPr>
              <a:t> 4</a:t>
            </a:r>
            <a:r>
              <a:rPr sz="1800">
                <a:latin typeface="Acumin Variable Concept"/>
              </a:rPr>
              <a:t>8</a:t>
            </a:r>
            <a:r>
              <a:rPr sz="1800">
                <a:latin typeface="Acumin Variable Concept"/>
              </a:rPr>
              <a:t>8</a:t>
            </a:r>
            <a:r>
              <a:rPr sz="1800">
                <a:latin typeface="Acumin Variable Concept"/>
              </a:rPr>
              <a:t>8 8</a:t>
            </a:r>
            <a:r>
              <a:rPr sz="1800">
                <a:latin typeface="Acumin Variable Concept"/>
              </a:rPr>
              <a:t>8</a:t>
            </a:r>
            <a:r>
              <a:rPr sz="1800">
                <a:latin typeface="Acumin Variable Concept"/>
              </a:rPr>
              <a:t>4</a:t>
            </a:r>
            <a:r>
              <a:rPr sz="1800">
                <a:latin typeface="Acumin Variable Concept"/>
              </a:rPr>
              <a:t>4</a:t>
            </a:r>
            <a:r>
              <a:rPr sz="1800">
                <a:latin typeface="Acumin Variable Concept"/>
              </a:rPr>
              <a:t> f</a:t>
            </a:r>
            <a:r>
              <a:rPr sz="1800">
                <a:latin typeface="Acumin Variable Concept"/>
              </a:rPr>
              <a:t>r</a:t>
            </a:r>
            <a:r>
              <a:rPr sz="1800">
                <a:latin typeface="Acumin Variable Concept"/>
              </a:rPr>
              <a:t>om 9</a:t>
            </a:r>
            <a:r>
              <a:rPr sz="1800">
                <a:latin typeface="Acumin Variable Concept"/>
              </a:rPr>
              <a:t> A</a:t>
            </a:r>
            <a:r>
              <a:rPr sz="1800">
                <a:latin typeface="Acumin Variable Concept"/>
              </a:rPr>
              <a:t>M t</a:t>
            </a:r>
            <a:r>
              <a:rPr sz="1800">
                <a:latin typeface="Acumin Variable Concept"/>
              </a:rPr>
              <a:t>o 7 P</a:t>
            </a:r>
            <a:r>
              <a:rPr sz="1800">
                <a:latin typeface="Acumin Variable Concept"/>
              </a:rPr>
              <a:t>M (</a:t>
            </a:r>
            <a:r>
              <a:rPr sz="1800">
                <a:latin typeface="Acumin Variable Concept"/>
              </a:rPr>
              <a:t>G</a:t>
            </a:r>
            <a:r>
              <a:rPr sz="1800">
                <a:latin typeface="Acumin Variable Concept"/>
              </a:rPr>
              <a:t>S</a:t>
            </a:r>
            <a:r>
              <a:rPr sz="1800">
                <a:latin typeface="Acumin Variable Concept"/>
              </a:rPr>
              <a:t>T</a:t>
            </a:r>
            <a:r>
              <a:rPr sz="1800">
                <a:latin typeface="Acumin Variable Concept"/>
              </a:rPr>
              <a:t>), M</a:t>
            </a:r>
            <a:r>
              <a:rPr sz="1800">
                <a:latin typeface="Acumin Variable Concept"/>
              </a:rPr>
              <a:t>ond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y t</a:t>
            </a:r>
            <a:r>
              <a:rPr sz="1800">
                <a:latin typeface="Acumin Variable Concept"/>
              </a:rPr>
              <a:t>o F</a:t>
            </a:r>
            <a:r>
              <a:rPr sz="1800">
                <a:latin typeface="Acumin Variable Concept"/>
              </a:rPr>
              <a:t>r</a:t>
            </a:r>
            <a:r>
              <a:rPr sz="1800">
                <a:latin typeface="Acumin Variable Concept"/>
              </a:rPr>
              <a:t>id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y</a:t>
            </a:r>
            <a:r>
              <a:rPr sz="1800">
                <a:latin typeface="Acumin Variable Concept"/>
              </a:rPr>
              <a:t>. </a:t>
            </a:r>
          </a:p>
          <a:p>
            <a:pPr algn="ctr"/>
            <a:r>
              <a:rPr sz="1800">
                <a:latin typeface="Acumin Variable Concept"/>
              </a:rPr>
              <a:t>V</a:t>
            </a:r>
            <a:r>
              <a:rPr sz="1800">
                <a:latin typeface="Acumin Variable Concept"/>
              </a:rPr>
              <a:t>i</a:t>
            </a:r>
            <a:r>
              <a:rPr sz="1800">
                <a:latin typeface="Acumin Variable Concept"/>
              </a:rPr>
              <a:t>si</a:t>
            </a:r>
            <a:r>
              <a:rPr sz="1800" u="sng">
                <a:latin typeface="Acumin Variable Concept"/>
              </a:rPr>
              <a:t>t our online</a:t>
            </a:r>
            <a:r>
              <a:rPr sz="1800">
                <a:latin typeface="Acumin Variable Concept"/>
              </a:rPr>
              <a:t> s</a:t>
            </a:r>
            <a:r>
              <a:rPr sz="1800" u="sng">
                <a:latin typeface="Acumin Variable Concept"/>
              </a:rPr>
              <a:t>ale</a:t>
            </a:r>
            <a:r>
              <a:rPr sz="1800" u="sng">
                <a:latin typeface="Acumin Variable Concept"/>
              </a:rPr>
              <a:t>s c</a:t>
            </a:r>
            <a:r>
              <a:rPr sz="1800">
                <a:latin typeface="Acumin Variable Concept"/>
              </a:rPr>
              <a:t>en</a:t>
            </a:r>
            <a:r>
              <a:rPr sz="1800">
                <a:latin typeface="Acumin Variable Concept"/>
              </a:rPr>
              <a:t>t</a:t>
            </a:r>
            <a:r>
              <a:rPr sz="1800">
                <a:latin typeface="Acumin Variable Concept"/>
              </a:rPr>
              <a:t>r</a:t>
            </a:r>
            <a:r>
              <a:rPr sz="1800">
                <a:latin typeface="Acumin Variable Concept"/>
              </a:rPr>
              <a:t>e</a:t>
            </a:r>
            <a:r>
              <a:rPr sz="1800">
                <a:latin typeface="Acumin Variable Concept"/>
              </a:rPr>
              <a:t> a</a:t>
            </a:r>
            <a:r>
              <a:rPr sz="1800" u="sng">
                <a:latin typeface="Acumin Variable Concept"/>
              </a:rPr>
              <a:t>t em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ar</a:t>
            </a:r>
            <a:r>
              <a:rPr sz="1800">
                <a:latin typeface="Acumin Variable Concept"/>
              </a:rPr>
              <a:t>.</a:t>
            </a:r>
            <a:r>
              <a:rPr sz="1800">
                <a:latin typeface="Acumin Variable Concept"/>
              </a:rPr>
              <a:t>c</a:t>
            </a:r>
            <a:r>
              <a:rPr sz="1800" u="sng">
                <a:latin typeface="Acumin Variable Concept"/>
              </a:rPr>
              <a:t>om or an</a:t>
            </a:r>
            <a:r>
              <a:rPr sz="1800" u="sng">
                <a:latin typeface="Acumin Variable Concept"/>
              </a:rPr>
              <a:t>y o</a:t>
            </a:r>
            <a:r>
              <a:rPr sz="1800">
                <a:latin typeface="Acumin Variable Concept"/>
              </a:rPr>
              <a:t>f</a:t>
            </a:r>
            <a:r>
              <a:rPr sz="1800" u="sng">
                <a:latin typeface="Acumin Variable Concept"/>
              </a:rPr>
              <a:t> our S</a:t>
            </a:r>
            <a:r>
              <a:rPr sz="1800" u="sng">
                <a:latin typeface="Acumin Variable Concept"/>
              </a:rPr>
              <a:t>ale</a:t>
            </a:r>
            <a:r>
              <a:rPr sz="1800" u="sng">
                <a:latin typeface="Acumin Variable Concept"/>
              </a:rPr>
              <a:t>s C</a:t>
            </a:r>
            <a:r>
              <a:rPr sz="1800">
                <a:latin typeface="Acumin Variable Concept"/>
              </a:rPr>
              <a:t>en</a:t>
            </a:r>
            <a:r>
              <a:rPr sz="1800">
                <a:latin typeface="Acumin Variable Concept"/>
              </a:rPr>
              <a:t>t</a:t>
            </a:r>
            <a:r>
              <a:rPr sz="1800">
                <a:latin typeface="Acumin Variable Concept"/>
              </a:rPr>
              <a:t>r</a:t>
            </a:r>
            <a:r>
              <a:rPr sz="1800">
                <a:latin typeface="Acumin Variable Concept"/>
              </a:rPr>
              <a:t>e</a:t>
            </a:r>
            <a:r>
              <a:rPr sz="1800" u="sng">
                <a:latin typeface="Acumin Variable Concept"/>
              </a:rPr>
              <a:t>s acr</a:t>
            </a:r>
            <a:r>
              <a:rPr sz="1800">
                <a:latin typeface="Acumin Variable Concept"/>
              </a:rPr>
              <a:t>o</a:t>
            </a:r>
            <a:r>
              <a:rPr sz="1800">
                <a:latin typeface="Acumin Variable Concept"/>
              </a:rPr>
              <a:t>s</a:t>
            </a:r>
            <a:r>
              <a:rPr sz="1800" u="sng">
                <a:latin typeface="Acumin Variable Concept"/>
              </a:rPr>
              <a:t>s t</a:t>
            </a:r>
            <a:r>
              <a:rPr sz="1800">
                <a:latin typeface="Acumin Variable Concept"/>
              </a:rPr>
              <a:t>he</a:t>
            </a:r>
            <a:r>
              <a:rPr sz="1800">
                <a:latin typeface="Acumin Variable Concept"/>
              </a:rPr>
              <a:t> U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E</a:t>
            </a:r>
            <a:r>
              <a:rPr sz="1800">
                <a:latin typeface="Acumin Variable Concept"/>
              </a:rPr>
              <a:t>.</a:t>
            </a:r>
          </a:p>
          <a:p>
            <a:pPr algn="ctr"/>
            <a:r>
              <a:rPr sz="1800">
                <a:latin typeface="Acumin Variable Concept"/>
              </a:rPr>
              <a:t>DUBA</a:t>
            </a:r>
            <a:r>
              <a:rPr sz="1800">
                <a:latin typeface="Acumin Variable Concept"/>
              </a:rPr>
              <a:t>I</a:t>
            </a:r>
            <a:r>
              <a:t> </a:t>
            </a:r>
            <a:r>
              <a:rPr sz="1800">
                <a:latin typeface="Acumin Variable Concept"/>
              </a:rPr>
              <a:t>E</a:t>
            </a:r>
            <a:r>
              <a:rPr sz="1800">
                <a:latin typeface="Acumin Variable Concept"/>
              </a:rPr>
              <a:t>m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ar S</a:t>
            </a:r>
            <a:r>
              <a:rPr sz="1800">
                <a:latin typeface="Acumin Variable Concept"/>
              </a:rPr>
              <a:t>ale</a:t>
            </a:r>
            <a:r>
              <a:rPr sz="1800">
                <a:latin typeface="Acumin Variable Concept"/>
              </a:rPr>
              <a:t>s C</a:t>
            </a:r>
            <a:r>
              <a:rPr sz="1800">
                <a:latin typeface="Acumin Variable Concept"/>
              </a:rPr>
              <a:t>en</a:t>
            </a:r>
            <a:r>
              <a:rPr sz="1800">
                <a:latin typeface="Acumin Variable Concept"/>
              </a:rPr>
              <a:t>t</a:t>
            </a:r>
            <a:r>
              <a:rPr sz="1800">
                <a:latin typeface="Acumin Variable Concept"/>
              </a:rPr>
              <a:t>r</a:t>
            </a:r>
            <a:r>
              <a:rPr sz="1800">
                <a:latin typeface="Acumin Variable Concept"/>
              </a:rPr>
              <a:t>e</a:t>
            </a:r>
            <a:r>
              <a:rPr sz="1800">
                <a:latin typeface="Acumin Variable Concept"/>
              </a:rPr>
              <a:t> | N</a:t>
            </a:r>
            <a:r>
              <a:rPr sz="1800">
                <a:latin typeface="Acumin Variable Concept"/>
              </a:rPr>
              <a:t>e</a:t>
            </a:r>
            <a:r>
              <a:rPr sz="1800">
                <a:latin typeface="Acumin Variable Concept"/>
              </a:rPr>
              <a:t>x</a:t>
            </a:r>
            <a:r>
              <a:rPr sz="1800">
                <a:latin typeface="Acumin Variable Concept"/>
              </a:rPr>
              <a:t>t t</a:t>
            </a:r>
            <a:r>
              <a:rPr sz="1800">
                <a:latin typeface="Acumin Variable Concept"/>
              </a:rPr>
              <a:t>o S</a:t>
            </a:r>
            <a:r>
              <a:rPr sz="1800">
                <a:latin typeface="Acumin Variable Concept"/>
              </a:rPr>
              <a:t>ou</a:t>
            </a:r>
            <a:r>
              <a:rPr sz="1800">
                <a:latin typeface="Acumin Variable Concept"/>
              </a:rPr>
              <a:t>qa Al Bah</a:t>
            </a:r>
            <a:r>
              <a:rPr sz="1800">
                <a:latin typeface="Acumin Variable Concept"/>
              </a:rPr>
              <a:t>ar</a:t>
            </a:r>
            <a:r>
              <a:rPr sz="1800">
                <a:latin typeface="Acumin Variable Concept"/>
              </a:rPr>
              <a:t>, D</a:t>
            </a:r>
            <a:r>
              <a:rPr sz="1800">
                <a:latin typeface="Acumin Variable Concept"/>
              </a:rPr>
              <a:t>o</a:t>
            </a:r>
            <a:r>
              <a:rPr sz="1800">
                <a:latin typeface="Acumin Variable Concept"/>
              </a:rPr>
              <a:t>w</a:t>
            </a:r>
            <a:r>
              <a:rPr sz="1800">
                <a:latin typeface="Acumin Variable Concept"/>
              </a:rPr>
              <a:t>n</a:t>
            </a:r>
            <a:r>
              <a:rPr sz="1800">
                <a:latin typeface="Acumin Variable Concept"/>
              </a:rPr>
              <a:t>t</a:t>
            </a:r>
            <a:r>
              <a:rPr sz="1800">
                <a:latin typeface="Acumin Variable Concept"/>
              </a:rPr>
              <a:t>o</a:t>
            </a:r>
            <a:r>
              <a:rPr sz="1800">
                <a:latin typeface="Acumin Variable Concept"/>
              </a:rPr>
              <a:t>w</a:t>
            </a:r>
            <a:r>
              <a:rPr sz="1800">
                <a:latin typeface="Acumin Variable Concept"/>
              </a:rPr>
              <a:t>n D</a:t>
            </a:r>
            <a:r>
              <a:rPr sz="1800">
                <a:latin typeface="Acumin Variable Concept"/>
              </a:rPr>
              <a:t>ubai</a:t>
            </a:r>
            <a:r>
              <a:t> </a:t>
            </a:r>
            <a:r>
              <a:rPr sz="1800">
                <a:latin typeface="Acumin Variable Concept"/>
              </a:rPr>
              <a:t>9</a:t>
            </a:r>
            <a:r>
              <a:rPr sz="1800">
                <a:latin typeface="Acumin Variable Concept"/>
              </a:rPr>
              <a:t>:</a:t>
            </a:r>
            <a:r>
              <a:rPr sz="1800">
                <a:latin typeface="Acumin Variable Concept"/>
              </a:rPr>
              <a:t>3</a:t>
            </a:r>
            <a:r>
              <a:rPr sz="1800">
                <a:latin typeface="Acumin Variable Concept"/>
              </a:rPr>
              <a:t>0 A</a:t>
            </a:r>
            <a:r>
              <a:rPr sz="1800">
                <a:latin typeface="Acumin Variable Concept"/>
              </a:rPr>
              <a:t>M t</a:t>
            </a:r>
            <a:r>
              <a:rPr sz="1800">
                <a:latin typeface="Acumin Variable Concept"/>
              </a:rPr>
              <a:t>o 1</a:t>
            </a:r>
            <a:r>
              <a:rPr sz="1800">
                <a:latin typeface="Acumin Variable Concept"/>
              </a:rPr>
              <a:t>0 P</a:t>
            </a:r>
            <a:r>
              <a:rPr sz="1800">
                <a:latin typeface="Acumin Variable Concept"/>
              </a:rPr>
              <a:t>M, S</a:t>
            </a:r>
            <a:r>
              <a:rPr sz="1800">
                <a:latin typeface="Acumin Variable Concept"/>
              </a:rPr>
              <a:t>und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y - F</a:t>
            </a:r>
            <a:r>
              <a:rPr sz="1800">
                <a:latin typeface="Acumin Variable Concept"/>
              </a:rPr>
              <a:t>r</a:t>
            </a:r>
            <a:r>
              <a:rPr sz="1800">
                <a:latin typeface="Acumin Variable Concept"/>
              </a:rPr>
              <a:t>id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y</a:t>
            </a:r>
            <a:r>
              <a:t> </a:t>
            </a:r>
            <a:r>
              <a:rPr sz="1800">
                <a:latin typeface="Acumin Variable Concept"/>
              </a:rPr>
              <a:t>9</a:t>
            </a:r>
            <a:r>
              <a:rPr sz="1800">
                <a:latin typeface="Acumin Variable Concept"/>
              </a:rPr>
              <a:t>:</a:t>
            </a:r>
            <a:r>
              <a:rPr sz="1800">
                <a:latin typeface="Acumin Variable Concept"/>
              </a:rPr>
              <a:t>3</a:t>
            </a:r>
            <a:r>
              <a:rPr sz="1800">
                <a:latin typeface="Acumin Variable Concept"/>
              </a:rPr>
              <a:t>0 A</a:t>
            </a:r>
            <a:r>
              <a:rPr sz="1800">
                <a:latin typeface="Acumin Variable Concept"/>
              </a:rPr>
              <a:t>M t</a:t>
            </a:r>
            <a:r>
              <a:rPr sz="1800">
                <a:latin typeface="Acumin Variable Concept"/>
              </a:rPr>
              <a:t>o 7 P</a:t>
            </a:r>
            <a:r>
              <a:rPr sz="1800">
                <a:latin typeface="Acumin Variable Concept"/>
              </a:rPr>
              <a:t>M, S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t</a:t>
            </a:r>
            <a:r>
              <a:rPr sz="1800">
                <a:latin typeface="Acumin Variable Concept"/>
              </a:rPr>
              <a:t>ur</a:t>
            </a:r>
            <a:r>
              <a:rPr sz="1800">
                <a:latin typeface="Acumin Variable Concept"/>
              </a:rPr>
              <a:t>d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y</a:t>
            </a:r>
          </a:p>
          <a:p>
            <a:pPr algn="ctr"/>
            <a:r>
              <a:rPr sz="1800">
                <a:latin typeface="Acumin Variable Concept"/>
              </a:rPr>
              <a:t>D</a:t>
            </a:r>
            <a:r>
              <a:rPr sz="1800">
                <a:latin typeface="Acumin Variable Concept"/>
              </a:rPr>
              <a:t>ubai H</a:t>
            </a:r>
            <a:r>
              <a:rPr sz="1800">
                <a:latin typeface="Acumin Variable Concept"/>
              </a:rPr>
              <a:t>ill</a:t>
            </a:r>
            <a:r>
              <a:rPr sz="1800">
                <a:latin typeface="Acumin Variable Concept"/>
              </a:rPr>
              <a:t>s E</a:t>
            </a:r>
            <a:r>
              <a:rPr sz="1800">
                <a:latin typeface="Acumin Variable Concept"/>
              </a:rPr>
              <a:t>s</a:t>
            </a:r>
            <a:r>
              <a:rPr sz="1800">
                <a:latin typeface="Acumin Variable Concept"/>
              </a:rPr>
              <a:t>t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t</a:t>
            </a:r>
            <a:r>
              <a:rPr sz="1800">
                <a:latin typeface="Acumin Variable Concept"/>
              </a:rPr>
              <a:t>e</a:t>
            </a:r>
            <a:r>
              <a:rPr sz="1800">
                <a:latin typeface="Acumin Variable Concept"/>
              </a:rPr>
              <a:t> S</a:t>
            </a:r>
            <a:r>
              <a:rPr sz="1800">
                <a:latin typeface="Acumin Variable Concept"/>
              </a:rPr>
              <a:t>ale</a:t>
            </a:r>
            <a:r>
              <a:rPr sz="1800">
                <a:latin typeface="Acumin Variable Concept"/>
              </a:rPr>
              <a:t>s P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v</a:t>
            </a:r>
            <a:r>
              <a:rPr sz="1800">
                <a:latin typeface="Acumin Variable Concept"/>
              </a:rPr>
              <a:t>ilion| U</a:t>
            </a:r>
            <a:r>
              <a:rPr sz="1800">
                <a:latin typeface="Acumin Variable Concept"/>
              </a:rPr>
              <a:t>mm S</a:t>
            </a:r>
            <a:r>
              <a:rPr sz="1800">
                <a:latin typeface="Acumin Variable Concept"/>
              </a:rPr>
              <a:t>u</a:t>
            </a:r>
            <a:r>
              <a:rPr sz="1800">
                <a:latin typeface="Acumin Variable Concept"/>
              </a:rPr>
              <a:t>q</a:t>
            </a:r>
            <a:r>
              <a:rPr sz="1800">
                <a:latin typeface="Acumin Variable Concept"/>
              </a:rPr>
              <a:t>e</a:t>
            </a:r>
            <a:r>
              <a:rPr sz="1800">
                <a:latin typeface="Acumin Variable Concept"/>
              </a:rPr>
              <a:t>im R</a:t>
            </a:r>
            <a:r>
              <a:rPr sz="1800">
                <a:latin typeface="Acumin Variable Concept"/>
              </a:rPr>
              <a:t>oad</a:t>
            </a:r>
            <a:r>
              <a:t> </a:t>
            </a:r>
            <a:r>
              <a:rPr sz="1800">
                <a:latin typeface="Acumin Variable Concept"/>
              </a:rPr>
              <a:t>D</a:t>
            </a:r>
            <a:r>
              <a:rPr sz="1800">
                <a:latin typeface="Acumin Variable Concept"/>
              </a:rPr>
              <a:t>ubai C</a:t>
            </a:r>
            <a:r>
              <a:rPr sz="1800">
                <a:latin typeface="Acumin Variable Concept"/>
              </a:rPr>
              <a:t>r</a:t>
            </a:r>
            <a:r>
              <a:rPr sz="1800">
                <a:latin typeface="Acumin Variable Concept"/>
              </a:rPr>
              <a:t>e</a:t>
            </a:r>
            <a:r>
              <a:rPr sz="1800">
                <a:latin typeface="Acumin Variable Concept"/>
              </a:rPr>
              <a:t>e</a:t>
            </a:r>
            <a:r>
              <a:rPr sz="1800">
                <a:latin typeface="Acumin Variable Concept"/>
              </a:rPr>
              <a:t>k H</a:t>
            </a:r>
            <a:r>
              <a:rPr sz="1800">
                <a:latin typeface="Acumin Variable Concept"/>
              </a:rPr>
              <a:t>ar</a:t>
            </a:r>
            <a:r>
              <a:rPr sz="1800">
                <a:latin typeface="Acumin Variable Concept"/>
              </a:rPr>
              <a:t>b</a:t>
            </a:r>
            <a:r>
              <a:rPr sz="1800">
                <a:latin typeface="Acumin Variable Concept"/>
              </a:rPr>
              <a:t>our S</a:t>
            </a:r>
            <a:r>
              <a:rPr sz="1800">
                <a:latin typeface="Acumin Variable Concept"/>
              </a:rPr>
              <a:t>ale</a:t>
            </a:r>
            <a:r>
              <a:rPr sz="1800">
                <a:latin typeface="Acumin Variable Concept"/>
              </a:rPr>
              <a:t>s P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v</a:t>
            </a:r>
            <a:r>
              <a:rPr sz="1800">
                <a:latin typeface="Acumin Variable Concept"/>
              </a:rPr>
              <a:t>ilion | Ra</a:t>
            </a:r>
            <a:r>
              <a:rPr sz="1800">
                <a:latin typeface="Acumin Variable Concept"/>
              </a:rPr>
              <a:t>s Al K</a:t>
            </a:r>
            <a:r>
              <a:rPr sz="1800">
                <a:latin typeface="Acumin Variable Concept"/>
              </a:rPr>
              <a:t>hor</a:t>
            </a:r>
            <a:r>
              <a:t> </a:t>
            </a:r>
            <a:r>
              <a:rPr sz="1800">
                <a:latin typeface="Acumin Variable Concept"/>
              </a:rPr>
              <a:t>F</a:t>
            </a:r>
            <a:r>
              <a:rPr sz="1800">
                <a:latin typeface="Acumin Variable Concept"/>
              </a:rPr>
              <a:t>r</a:t>
            </a:r>
            <a:r>
              <a:rPr sz="1800">
                <a:latin typeface="Acumin Variable Concept"/>
              </a:rPr>
              <a:t>om 9</a:t>
            </a:r>
            <a:r>
              <a:rPr sz="1800">
                <a:latin typeface="Acumin Variable Concept"/>
              </a:rPr>
              <a:t>:</a:t>
            </a:r>
            <a:r>
              <a:rPr sz="1800">
                <a:latin typeface="Acumin Variable Concept"/>
              </a:rPr>
              <a:t>3</a:t>
            </a:r>
            <a:r>
              <a:rPr sz="1800">
                <a:latin typeface="Acumin Variable Concept"/>
              </a:rPr>
              <a:t>0 A</a:t>
            </a:r>
            <a:r>
              <a:rPr sz="1800">
                <a:latin typeface="Acumin Variable Concept"/>
              </a:rPr>
              <a:t>M t</a:t>
            </a:r>
            <a:r>
              <a:rPr sz="1800">
                <a:latin typeface="Acumin Variable Concept"/>
              </a:rPr>
              <a:t>o 7 P</a:t>
            </a:r>
            <a:r>
              <a:rPr sz="1800">
                <a:latin typeface="Acumin Variable Concept"/>
              </a:rPr>
              <a:t>M, S</a:t>
            </a:r>
            <a:r>
              <a:rPr sz="1800">
                <a:latin typeface="Acumin Variable Concept"/>
              </a:rPr>
              <a:t>und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y - S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t</a:t>
            </a:r>
            <a:r>
              <a:rPr sz="1800">
                <a:latin typeface="Acumin Variable Concept"/>
              </a:rPr>
              <a:t>ur</a:t>
            </a:r>
            <a:r>
              <a:rPr sz="1800">
                <a:latin typeface="Acumin Variable Concept"/>
              </a:rPr>
              <a:t>d</a:t>
            </a:r>
            <a:r>
              <a:rPr sz="1800">
                <a:latin typeface="Acumin Variable Concept"/>
              </a:rPr>
              <a:t>a</a:t>
            </a:r>
            <a:r>
              <a:rPr sz="1800">
                <a:latin typeface="Acumin Variable Concept"/>
              </a:rPr>
              <a:t>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