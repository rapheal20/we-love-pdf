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28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0" y="5588000"/>
            <a:ext cx="5080000" cy="33892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6344713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0" y="5588000"/>
            <a:ext cx="5080000" cy="119623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2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0" y="5588000"/>
            <a:ext cx="5080000" cy="42665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666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28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41017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159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0" y="5588000"/>
            <a:ext cx="5080000" cy="958897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512" y="5588000"/>
            <a:ext cx="5080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47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8803353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000" y="5588000"/>
            <a:ext cx="5080000" cy="50934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286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0" y="5588000"/>
            <a:ext cx="5080000" cy="533444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168" y="5588000"/>
            <a:ext cx="3438398" cy="34383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666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730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410769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0" y="5588000"/>
            <a:ext cx="5080000" cy="588697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6899" y="5588000"/>
            <a:ext cx="5080000" cy="577063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588000"/>
            <a:ext cx="5080000" cy="33828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